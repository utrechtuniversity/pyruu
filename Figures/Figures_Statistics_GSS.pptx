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B99"/>
    <a:srgbClr val="C00A35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119A96-4A1D-4E9F-B400-BDA854BBBA22}" v="53" dt="2026-01-02T10:40:20.3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9" autoAdjust="0"/>
    <p:restoredTop sz="94660"/>
  </p:normalViewPr>
  <p:slideViewPr>
    <p:cSldViewPr snapToGrid="0">
      <p:cViewPr varScale="1">
        <p:scale>
          <a:sx n="65" d="100"/>
          <a:sy n="65" d="100"/>
        </p:scale>
        <p:origin x="6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lory, B.M.M. (Benjamin)" userId="8c6f519f-27be-4cd4-8b0f-a989f421153f" providerId="ADAL" clId="{D4119A96-4A1D-4E9F-B400-BDA854BBBA22}"/>
    <pc:docChg chg="undo custSel modSld">
      <pc:chgData name="Delory, B.M.M. (Benjamin)" userId="8c6f519f-27be-4cd4-8b0f-a989f421153f" providerId="ADAL" clId="{D4119A96-4A1D-4E9F-B400-BDA854BBBA22}" dt="2026-01-02T10:40:20.353" v="1828" actId="164"/>
      <pc:docMkLst>
        <pc:docMk/>
      </pc:docMkLst>
      <pc:sldChg chg="addSp modSp mod">
        <pc:chgData name="Delory, B.M.M. (Benjamin)" userId="8c6f519f-27be-4cd4-8b0f-a989f421153f" providerId="ADAL" clId="{D4119A96-4A1D-4E9F-B400-BDA854BBBA22}" dt="2026-01-02T10:29:32.826" v="1285" actId="164"/>
        <pc:sldMkLst>
          <pc:docMk/>
          <pc:sldMk cId="1080044528" sldId="256"/>
        </pc:sldMkLst>
        <pc:spChg chg="mod">
          <ac:chgData name="Delory, B.M.M. (Benjamin)" userId="8c6f519f-27be-4cd4-8b0f-a989f421153f" providerId="ADAL" clId="{D4119A96-4A1D-4E9F-B400-BDA854BBBA22}" dt="2026-01-02T10:29:32.826" v="1285" actId="164"/>
          <ac:spMkLst>
            <pc:docMk/>
            <pc:sldMk cId="1080044528" sldId="256"/>
            <ac:spMk id="6" creationId="{44FCE9F1-EBDC-6F6E-1F20-205A67906923}"/>
          </ac:spMkLst>
        </pc:spChg>
        <pc:spChg chg="mod">
          <ac:chgData name="Delory, B.M.M. (Benjamin)" userId="8c6f519f-27be-4cd4-8b0f-a989f421153f" providerId="ADAL" clId="{D4119A96-4A1D-4E9F-B400-BDA854BBBA22}" dt="2026-01-02T10:29:32.826" v="1285" actId="164"/>
          <ac:spMkLst>
            <pc:docMk/>
            <pc:sldMk cId="1080044528" sldId="256"/>
            <ac:spMk id="7" creationId="{DFE9FC9A-614E-46E7-353C-A6166B3F1213}"/>
          </ac:spMkLst>
        </pc:spChg>
        <pc:spChg chg="mod">
          <ac:chgData name="Delory, B.M.M. (Benjamin)" userId="8c6f519f-27be-4cd4-8b0f-a989f421153f" providerId="ADAL" clId="{D4119A96-4A1D-4E9F-B400-BDA854BBBA22}" dt="2026-01-02T10:29:32.826" v="1285" actId="164"/>
          <ac:spMkLst>
            <pc:docMk/>
            <pc:sldMk cId="1080044528" sldId="256"/>
            <ac:spMk id="8" creationId="{A65F4AC6-A498-0C50-343A-5832CEC1C7F1}"/>
          </ac:spMkLst>
        </pc:spChg>
        <pc:spChg chg="mod">
          <ac:chgData name="Delory, B.M.M. (Benjamin)" userId="8c6f519f-27be-4cd4-8b0f-a989f421153f" providerId="ADAL" clId="{D4119A96-4A1D-4E9F-B400-BDA854BBBA22}" dt="2026-01-02T10:29:32.826" v="1285" actId="164"/>
          <ac:spMkLst>
            <pc:docMk/>
            <pc:sldMk cId="1080044528" sldId="256"/>
            <ac:spMk id="9" creationId="{6FFD976C-E1C2-8209-1B0F-5DDA18E7A744}"/>
          </ac:spMkLst>
        </pc:spChg>
        <pc:spChg chg="mod">
          <ac:chgData name="Delory, B.M.M. (Benjamin)" userId="8c6f519f-27be-4cd4-8b0f-a989f421153f" providerId="ADAL" clId="{D4119A96-4A1D-4E9F-B400-BDA854BBBA22}" dt="2026-01-02T09:19:56.985" v="0" actId="2711"/>
          <ac:spMkLst>
            <pc:docMk/>
            <pc:sldMk cId="1080044528" sldId="256"/>
            <ac:spMk id="10" creationId="{DE6FDA8D-27A4-333F-3939-59B3AAE22B1C}"/>
          </ac:spMkLst>
        </pc:spChg>
        <pc:spChg chg="mod">
          <ac:chgData name="Delory, B.M.M. (Benjamin)" userId="8c6f519f-27be-4cd4-8b0f-a989f421153f" providerId="ADAL" clId="{D4119A96-4A1D-4E9F-B400-BDA854BBBA22}" dt="2026-01-02T09:20:01.418" v="1" actId="2711"/>
          <ac:spMkLst>
            <pc:docMk/>
            <pc:sldMk cId="1080044528" sldId="256"/>
            <ac:spMk id="14" creationId="{3A56816B-887C-0133-BB33-908CD110EA7E}"/>
          </ac:spMkLst>
        </pc:spChg>
        <pc:spChg chg="mod">
          <ac:chgData name="Delory, B.M.M. (Benjamin)" userId="8c6f519f-27be-4cd4-8b0f-a989f421153f" providerId="ADAL" clId="{D4119A96-4A1D-4E9F-B400-BDA854BBBA22}" dt="2026-01-02T09:20:19.997" v="4" actId="14100"/>
          <ac:spMkLst>
            <pc:docMk/>
            <pc:sldMk cId="1080044528" sldId="256"/>
            <ac:spMk id="17" creationId="{962A48E8-D59A-96D4-9664-C1AF5455CAA1}"/>
          </ac:spMkLst>
        </pc:spChg>
        <pc:spChg chg="mod">
          <ac:chgData name="Delory, B.M.M. (Benjamin)" userId="8c6f519f-27be-4cd4-8b0f-a989f421153f" providerId="ADAL" clId="{D4119A96-4A1D-4E9F-B400-BDA854BBBA22}" dt="2026-01-02T09:20:30.798" v="5" actId="14100"/>
          <ac:spMkLst>
            <pc:docMk/>
            <pc:sldMk cId="1080044528" sldId="256"/>
            <ac:spMk id="20" creationId="{6B2B6919-09CD-1398-EE47-E52E3ECF5CCC}"/>
          </ac:spMkLst>
        </pc:spChg>
        <pc:grpChg chg="mod">
          <ac:chgData name="Delory, B.M.M. (Benjamin)" userId="8c6f519f-27be-4cd4-8b0f-a989f421153f" providerId="ADAL" clId="{D4119A96-4A1D-4E9F-B400-BDA854BBBA22}" dt="2026-01-02T10:29:32.826" v="1285" actId="164"/>
          <ac:grpSpMkLst>
            <pc:docMk/>
            <pc:sldMk cId="1080044528" sldId="256"/>
            <ac:grpSpMk id="12" creationId="{9C304AF8-4434-1BAC-0592-059BAABB363C}"/>
          </ac:grpSpMkLst>
        </pc:grpChg>
        <pc:grpChg chg="mod">
          <ac:chgData name="Delory, B.M.M. (Benjamin)" userId="8c6f519f-27be-4cd4-8b0f-a989f421153f" providerId="ADAL" clId="{D4119A96-4A1D-4E9F-B400-BDA854BBBA22}" dt="2026-01-02T10:29:32.826" v="1285" actId="164"/>
          <ac:grpSpMkLst>
            <pc:docMk/>
            <pc:sldMk cId="1080044528" sldId="256"/>
            <ac:grpSpMk id="13" creationId="{5734C493-49A9-1AB5-C3BC-FFACA5BA1F7D}"/>
          </ac:grpSpMkLst>
        </pc:grpChg>
        <pc:grpChg chg="mod">
          <ac:chgData name="Delory, B.M.M. (Benjamin)" userId="8c6f519f-27be-4cd4-8b0f-a989f421153f" providerId="ADAL" clId="{D4119A96-4A1D-4E9F-B400-BDA854BBBA22}" dt="2026-01-02T10:29:32.826" v="1285" actId="164"/>
          <ac:grpSpMkLst>
            <pc:docMk/>
            <pc:sldMk cId="1080044528" sldId="256"/>
            <ac:grpSpMk id="16" creationId="{5C556E5D-5FCC-D19A-A999-76B9AD88DFB4}"/>
          </ac:grpSpMkLst>
        </pc:grpChg>
        <pc:grpChg chg="mod">
          <ac:chgData name="Delory, B.M.M. (Benjamin)" userId="8c6f519f-27be-4cd4-8b0f-a989f421153f" providerId="ADAL" clId="{D4119A96-4A1D-4E9F-B400-BDA854BBBA22}" dt="2026-01-02T10:29:32.826" v="1285" actId="164"/>
          <ac:grpSpMkLst>
            <pc:docMk/>
            <pc:sldMk cId="1080044528" sldId="256"/>
            <ac:grpSpMk id="19" creationId="{74DB153B-7265-F472-6E25-35732054ED15}"/>
          </ac:grpSpMkLst>
        </pc:grpChg>
        <pc:grpChg chg="add mod">
          <ac:chgData name="Delory, B.M.M. (Benjamin)" userId="8c6f519f-27be-4cd4-8b0f-a989f421153f" providerId="ADAL" clId="{D4119A96-4A1D-4E9F-B400-BDA854BBBA22}" dt="2026-01-02T10:29:32.826" v="1285" actId="164"/>
          <ac:grpSpMkLst>
            <pc:docMk/>
            <pc:sldMk cId="1080044528" sldId="256"/>
            <ac:grpSpMk id="23" creationId="{EE88F842-F103-44F2-D0EB-0BB26BEC3197}"/>
          </ac:grpSpMkLst>
        </pc:grpChg>
        <pc:picChg chg="mod">
          <ac:chgData name="Delory, B.M.M. (Benjamin)" userId="8c6f519f-27be-4cd4-8b0f-a989f421153f" providerId="ADAL" clId="{D4119A96-4A1D-4E9F-B400-BDA854BBBA22}" dt="2026-01-02T10:29:32.826" v="1285" actId="164"/>
          <ac:picMkLst>
            <pc:docMk/>
            <pc:sldMk cId="1080044528" sldId="256"/>
            <ac:picMk id="5" creationId="{21E28F59-79D7-0651-C97A-6EB01BD61657}"/>
          </ac:picMkLst>
        </pc:picChg>
      </pc:sldChg>
      <pc:sldChg chg="addSp delSp modSp mod">
        <pc:chgData name="Delory, B.M.M. (Benjamin)" userId="8c6f519f-27be-4cd4-8b0f-a989f421153f" providerId="ADAL" clId="{D4119A96-4A1D-4E9F-B400-BDA854BBBA22}" dt="2026-01-02T10:01:26.653" v="572" actId="1038"/>
        <pc:sldMkLst>
          <pc:docMk/>
          <pc:sldMk cId="3810859666" sldId="257"/>
        </pc:sldMkLst>
        <pc:spChg chg="mod topLvl">
          <ac:chgData name="Delory, B.M.M. (Benjamin)" userId="8c6f519f-27be-4cd4-8b0f-a989f421153f" providerId="ADAL" clId="{D4119A96-4A1D-4E9F-B400-BDA854BBBA22}" dt="2026-01-02T10:01:15.909" v="523" actId="164"/>
          <ac:spMkLst>
            <pc:docMk/>
            <pc:sldMk cId="3810859666" sldId="257"/>
            <ac:spMk id="3" creationId="{AEB44E90-45E8-D984-61DE-81FF1C094018}"/>
          </ac:spMkLst>
        </pc:spChg>
        <pc:spChg chg="del mod topLvl">
          <ac:chgData name="Delory, B.M.M. (Benjamin)" userId="8c6f519f-27be-4cd4-8b0f-a989f421153f" providerId="ADAL" clId="{D4119A96-4A1D-4E9F-B400-BDA854BBBA22}" dt="2026-01-02T09:48:28.305" v="12" actId="478"/>
          <ac:spMkLst>
            <pc:docMk/>
            <pc:sldMk cId="3810859666" sldId="257"/>
            <ac:spMk id="4" creationId="{760E48D2-AE1B-085D-4A6D-30C83421E6D1}"/>
          </ac:spMkLst>
        </pc:spChg>
        <pc:spChg chg="add mod">
          <ac:chgData name="Delory, B.M.M. (Benjamin)" userId="8c6f519f-27be-4cd4-8b0f-a989f421153f" providerId="ADAL" clId="{D4119A96-4A1D-4E9F-B400-BDA854BBBA22}" dt="2026-01-02T10:01:15.909" v="523" actId="164"/>
          <ac:spMkLst>
            <pc:docMk/>
            <pc:sldMk cId="3810859666" sldId="257"/>
            <ac:spMk id="22" creationId="{D8853D1D-58A6-5A93-BC7D-DB14921BF79E}"/>
          </ac:spMkLst>
        </pc:spChg>
        <pc:spChg chg="add del mod">
          <ac:chgData name="Delory, B.M.M. (Benjamin)" userId="8c6f519f-27be-4cd4-8b0f-a989f421153f" providerId="ADAL" clId="{D4119A96-4A1D-4E9F-B400-BDA854BBBA22}" dt="2026-01-02T09:58:44.270" v="330" actId="478"/>
          <ac:spMkLst>
            <pc:docMk/>
            <pc:sldMk cId="3810859666" sldId="257"/>
            <ac:spMk id="23" creationId="{3EF6DD7D-7F74-1AF6-AF65-F268E5FE8F53}"/>
          </ac:spMkLst>
        </pc:spChg>
        <pc:spChg chg="add mod">
          <ac:chgData name="Delory, B.M.M. (Benjamin)" userId="8c6f519f-27be-4cd4-8b0f-a989f421153f" providerId="ADAL" clId="{D4119A96-4A1D-4E9F-B400-BDA854BBBA22}" dt="2026-01-02T10:01:15.909" v="523" actId="164"/>
          <ac:spMkLst>
            <pc:docMk/>
            <pc:sldMk cId="3810859666" sldId="257"/>
            <ac:spMk id="24" creationId="{4F41A321-0960-AEDA-DB02-B2D0AD130767}"/>
          </ac:spMkLst>
        </pc:spChg>
        <pc:spChg chg="add mod">
          <ac:chgData name="Delory, B.M.M. (Benjamin)" userId="8c6f519f-27be-4cd4-8b0f-a989f421153f" providerId="ADAL" clId="{D4119A96-4A1D-4E9F-B400-BDA854BBBA22}" dt="2026-01-02T10:01:15.909" v="523" actId="164"/>
          <ac:spMkLst>
            <pc:docMk/>
            <pc:sldMk cId="3810859666" sldId="257"/>
            <ac:spMk id="25" creationId="{4D0A04F3-74E9-A1C8-438C-34628AE36AB1}"/>
          </ac:spMkLst>
        </pc:spChg>
        <pc:spChg chg="add mod">
          <ac:chgData name="Delory, B.M.M. (Benjamin)" userId="8c6f519f-27be-4cd4-8b0f-a989f421153f" providerId="ADAL" clId="{D4119A96-4A1D-4E9F-B400-BDA854BBBA22}" dt="2026-01-02T10:01:15.909" v="523" actId="164"/>
          <ac:spMkLst>
            <pc:docMk/>
            <pc:sldMk cId="3810859666" sldId="257"/>
            <ac:spMk id="35" creationId="{6EC2AC1F-6F05-9CCB-E0A0-1F9F8F8922D0}"/>
          </ac:spMkLst>
        </pc:spChg>
        <pc:spChg chg="add mod">
          <ac:chgData name="Delory, B.M.M. (Benjamin)" userId="8c6f519f-27be-4cd4-8b0f-a989f421153f" providerId="ADAL" clId="{D4119A96-4A1D-4E9F-B400-BDA854BBBA22}" dt="2026-01-02T10:01:15.909" v="523" actId="164"/>
          <ac:spMkLst>
            <pc:docMk/>
            <pc:sldMk cId="3810859666" sldId="257"/>
            <ac:spMk id="36" creationId="{7BF7FD67-3B7B-9529-27C5-7A20F40B37CF}"/>
          </ac:spMkLst>
        </pc:spChg>
        <pc:spChg chg="add mod">
          <ac:chgData name="Delory, B.M.M. (Benjamin)" userId="8c6f519f-27be-4cd4-8b0f-a989f421153f" providerId="ADAL" clId="{D4119A96-4A1D-4E9F-B400-BDA854BBBA22}" dt="2026-01-02T10:01:15.909" v="523" actId="164"/>
          <ac:spMkLst>
            <pc:docMk/>
            <pc:sldMk cId="3810859666" sldId="257"/>
            <ac:spMk id="37" creationId="{FA7FA556-9712-231C-EB6D-7FC36D32BA0F}"/>
          </ac:spMkLst>
        </pc:spChg>
        <pc:spChg chg="add mod">
          <ac:chgData name="Delory, B.M.M. (Benjamin)" userId="8c6f519f-27be-4cd4-8b0f-a989f421153f" providerId="ADAL" clId="{D4119A96-4A1D-4E9F-B400-BDA854BBBA22}" dt="2026-01-02T10:01:15.909" v="523" actId="164"/>
          <ac:spMkLst>
            <pc:docMk/>
            <pc:sldMk cId="3810859666" sldId="257"/>
            <ac:spMk id="38" creationId="{4A2EEBE6-AE19-05C7-0CEA-EE32EF1CB000}"/>
          </ac:spMkLst>
        </pc:spChg>
        <pc:grpChg chg="add del mod">
          <ac:chgData name="Delory, B.M.M. (Benjamin)" userId="8c6f519f-27be-4cd4-8b0f-a989f421153f" providerId="ADAL" clId="{D4119A96-4A1D-4E9F-B400-BDA854BBBA22}" dt="2026-01-02T09:48:28.305" v="12" actId="478"/>
          <ac:grpSpMkLst>
            <pc:docMk/>
            <pc:sldMk cId="3810859666" sldId="257"/>
            <ac:grpSpMk id="2" creationId="{7E9B9E46-FCE3-E086-CCE2-B48B333F1292}"/>
          </ac:grpSpMkLst>
        </pc:grpChg>
        <pc:grpChg chg="add mod">
          <ac:chgData name="Delory, B.M.M. (Benjamin)" userId="8c6f519f-27be-4cd4-8b0f-a989f421153f" providerId="ADAL" clId="{D4119A96-4A1D-4E9F-B400-BDA854BBBA22}" dt="2026-01-02T10:01:26.653" v="572" actId="1038"/>
          <ac:grpSpMkLst>
            <pc:docMk/>
            <pc:sldMk cId="3810859666" sldId="257"/>
            <ac:grpSpMk id="52" creationId="{40D2F409-6829-E55F-7FAC-52364F773CFD}"/>
          </ac:grpSpMkLst>
        </pc:grpChg>
        <pc:picChg chg="mod ord">
          <ac:chgData name="Delory, B.M.M. (Benjamin)" userId="8c6f519f-27be-4cd4-8b0f-a989f421153f" providerId="ADAL" clId="{D4119A96-4A1D-4E9F-B400-BDA854BBBA22}" dt="2026-01-02T10:01:15.909" v="523" actId="164"/>
          <ac:picMkLst>
            <pc:docMk/>
            <pc:sldMk cId="3810859666" sldId="257"/>
            <ac:picMk id="5" creationId="{21E28F59-79D7-0651-C97A-6EB01BD61657}"/>
          </ac:picMkLst>
        </pc:picChg>
        <pc:cxnChg chg="add mod">
          <ac:chgData name="Delory, B.M.M. (Benjamin)" userId="8c6f519f-27be-4cd4-8b0f-a989f421153f" providerId="ADAL" clId="{D4119A96-4A1D-4E9F-B400-BDA854BBBA22}" dt="2026-01-02T10:01:15.909" v="523" actId="164"/>
          <ac:cxnSpMkLst>
            <pc:docMk/>
            <pc:sldMk cId="3810859666" sldId="257"/>
            <ac:cxnSpMk id="27" creationId="{771EFC15-5AAB-1F2E-5931-4C2F20AC392B}"/>
          </ac:cxnSpMkLst>
        </pc:cxnChg>
        <pc:cxnChg chg="add mod">
          <ac:chgData name="Delory, B.M.M. (Benjamin)" userId="8c6f519f-27be-4cd4-8b0f-a989f421153f" providerId="ADAL" clId="{D4119A96-4A1D-4E9F-B400-BDA854BBBA22}" dt="2026-01-02T10:01:15.909" v="523" actId="164"/>
          <ac:cxnSpMkLst>
            <pc:docMk/>
            <pc:sldMk cId="3810859666" sldId="257"/>
            <ac:cxnSpMk id="28" creationId="{F8753AC2-B222-1BF2-4C36-304A6341BA5C}"/>
          </ac:cxnSpMkLst>
        </pc:cxnChg>
        <pc:cxnChg chg="add del mod">
          <ac:chgData name="Delory, B.M.M. (Benjamin)" userId="8c6f519f-27be-4cd4-8b0f-a989f421153f" providerId="ADAL" clId="{D4119A96-4A1D-4E9F-B400-BDA854BBBA22}" dt="2026-01-02T09:58:48.375" v="331" actId="478"/>
          <ac:cxnSpMkLst>
            <pc:docMk/>
            <pc:sldMk cId="3810859666" sldId="257"/>
            <ac:cxnSpMk id="31" creationId="{8CA9DE7C-F7DC-C718-0065-CE06CD7F5820}"/>
          </ac:cxnSpMkLst>
        </pc:cxnChg>
        <pc:cxnChg chg="add mod">
          <ac:chgData name="Delory, B.M.M. (Benjamin)" userId="8c6f519f-27be-4cd4-8b0f-a989f421153f" providerId="ADAL" clId="{D4119A96-4A1D-4E9F-B400-BDA854BBBA22}" dt="2026-01-02T10:01:15.909" v="523" actId="164"/>
          <ac:cxnSpMkLst>
            <pc:docMk/>
            <pc:sldMk cId="3810859666" sldId="257"/>
            <ac:cxnSpMk id="44" creationId="{C7EE2F2C-F5F8-295E-C909-A316C48C8BF9}"/>
          </ac:cxnSpMkLst>
        </pc:cxnChg>
        <pc:cxnChg chg="add mod">
          <ac:chgData name="Delory, B.M.M. (Benjamin)" userId="8c6f519f-27be-4cd4-8b0f-a989f421153f" providerId="ADAL" clId="{D4119A96-4A1D-4E9F-B400-BDA854BBBA22}" dt="2026-01-02T10:01:15.909" v="523" actId="164"/>
          <ac:cxnSpMkLst>
            <pc:docMk/>
            <pc:sldMk cId="3810859666" sldId="257"/>
            <ac:cxnSpMk id="48" creationId="{81BEF746-6F30-2112-04E9-9E4FDA857EE5}"/>
          </ac:cxnSpMkLst>
        </pc:cxnChg>
      </pc:sldChg>
      <pc:sldChg chg="addSp modSp mod">
        <pc:chgData name="Delory, B.M.M. (Benjamin)" userId="8c6f519f-27be-4cd4-8b0f-a989f421153f" providerId="ADAL" clId="{D4119A96-4A1D-4E9F-B400-BDA854BBBA22}" dt="2026-01-02T10:29:13.742" v="1283" actId="164"/>
        <pc:sldMkLst>
          <pc:docMk/>
          <pc:sldMk cId="4152044085" sldId="258"/>
        </pc:sldMkLst>
        <pc:spChg chg="add mod">
          <ac:chgData name="Delory, B.M.M. (Benjamin)" userId="8c6f519f-27be-4cd4-8b0f-a989f421153f" providerId="ADAL" clId="{D4119A96-4A1D-4E9F-B400-BDA854BBBA22}" dt="2026-01-02T10:29:13.742" v="1283" actId="164"/>
          <ac:spMkLst>
            <pc:docMk/>
            <pc:sldMk cId="4152044085" sldId="258"/>
            <ac:spMk id="2" creationId="{072A59B5-1E0E-07B4-3337-367F5271FB3A}"/>
          </ac:spMkLst>
        </pc:spChg>
        <pc:spChg chg="add mod">
          <ac:chgData name="Delory, B.M.M. (Benjamin)" userId="8c6f519f-27be-4cd4-8b0f-a989f421153f" providerId="ADAL" clId="{D4119A96-4A1D-4E9F-B400-BDA854BBBA22}" dt="2026-01-02T10:29:13.742" v="1283" actId="164"/>
          <ac:spMkLst>
            <pc:docMk/>
            <pc:sldMk cId="4152044085" sldId="258"/>
            <ac:spMk id="6" creationId="{4A63E689-83F7-6EC1-A9F1-668627BC0C42}"/>
          </ac:spMkLst>
        </pc:spChg>
        <pc:spChg chg="add mod">
          <ac:chgData name="Delory, B.M.M. (Benjamin)" userId="8c6f519f-27be-4cd4-8b0f-a989f421153f" providerId="ADAL" clId="{D4119A96-4A1D-4E9F-B400-BDA854BBBA22}" dt="2026-01-02T10:29:13.742" v="1283" actId="164"/>
          <ac:spMkLst>
            <pc:docMk/>
            <pc:sldMk cId="4152044085" sldId="258"/>
            <ac:spMk id="7" creationId="{766BAE99-112B-6526-1DD4-11CA3DE4DDD1}"/>
          </ac:spMkLst>
        </pc:spChg>
        <pc:grpChg chg="add mod">
          <ac:chgData name="Delory, B.M.M. (Benjamin)" userId="8c6f519f-27be-4cd4-8b0f-a989f421153f" providerId="ADAL" clId="{D4119A96-4A1D-4E9F-B400-BDA854BBBA22}" dt="2026-01-02T10:29:13.742" v="1283" actId="164"/>
          <ac:grpSpMkLst>
            <pc:docMk/>
            <pc:sldMk cId="4152044085" sldId="258"/>
            <ac:grpSpMk id="25" creationId="{DE2112CD-3E5F-382F-32B8-EE0553C583AA}"/>
          </ac:grpSpMkLst>
        </pc:grpChg>
        <pc:picChg chg="mod">
          <ac:chgData name="Delory, B.M.M. (Benjamin)" userId="8c6f519f-27be-4cd4-8b0f-a989f421153f" providerId="ADAL" clId="{D4119A96-4A1D-4E9F-B400-BDA854BBBA22}" dt="2026-01-02T10:29:13.742" v="1283" actId="164"/>
          <ac:picMkLst>
            <pc:docMk/>
            <pc:sldMk cId="4152044085" sldId="258"/>
            <ac:picMk id="5" creationId="{21E28F59-79D7-0651-C97A-6EB01BD61657}"/>
          </ac:picMkLst>
        </pc:picChg>
        <pc:cxnChg chg="add mod">
          <ac:chgData name="Delory, B.M.M. (Benjamin)" userId="8c6f519f-27be-4cd4-8b0f-a989f421153f" providerId="ADAL" clId="{D4119A96-4A1D-4E9F-B400-BDA854BBBA22}" dt="2026-01-02T10:29:13.742" v="1283" actId="164"/>
          <ac:cxnSpMkLst>
            <pc:docMk/>
            <pc:sldMk cId="4152044085" sldId="258"/>
            <ac:cxnSpMk id="3" creationId="{82032C55-18A0-1B0E-85EB-7C84CD315BA2}"/>
          </ac:cxnSpMkLst>
        </pc:cxnChg>
        <pc:cxnChg chg="add mod">
          <ac:chgData name="Delory, B.M.M. (Benjamin)" userId="8c6f519f-27be-4cd4-8b0f-a989f421153f" providerId="ADAL" clId="{D4119A96-4A1D-4E9F-B400-BDA854BBBA22}" dt="2026-01-02T10:29:13.742" v="1283" actId="164"/>
          <ac:cxnSpMkLst>
            <pc:docMk/>
            <pc:sldMk cId="4152044085" sldId="258"/>
            <ac:cxnSpMk id="11" creationId="{CAC28433-389F-94BD-372A-F60DC1105CCE}"/>
          </ac:cxnSpMkLst>
        </pc:cxnChg>
        <pc:cxnChg chg="add mod">
          <ac:chgData name="Delory, B.M.M. (Benjamin)" userId="8c6f519f-27be-4cd4-8b0f-a989f421153f" providerId="ADAL" clId="{D4119A96-4A1D-4E9F-B400-BDA854BBBA22}" dt="2026-01-02T10:29:13.742" v="1283" actId="164"/>
          <ac:cxnSpMkLst>
            <pc:docMk/>
            <pc:sldMk cId="4152044085" sldId="258"/>
            <ac:cxnSpMk id="14" creationId="{55EA245E-C96D-6189-A944-3246E5BAE038}"/>
          </ac:cxnSpMkLst>
        </pc:cxnChg>
      </pc:sldChg>
      <pc:sldChg chg="addSp delSp modSp mod">
        <pc:chgData name="Delory, B.M.M. (Benjamin)" userId="8c6f519f-27be-4cd4-8b0f-a989f421153f" providerId="ADAL" clId="{D4119A96-4A1D-4E9F-B400-BDA854BBBA22}" dt="2026-01-02T10:29:22.047" v="1284" actId="164"/>
        <pc:sldMkLst>
          <pc:docMk/>
          <pc:sldMk cId="4121224068" sldId="260"/>
        </pc:sldMkLst>
        <pc:spChg chg="add mod">
          <ac:chgData name="Delory, B.M.M. (Benjamin)" userId="8c6f519f-27be-4cd4-8b0f-a989f421153f" providerId="ADAL" clId="{D4119A96-4A1D-4E9F-B400-BDA854BBBA22}" dt="2026-01-02T10:29:22.047" v="1284" actId="164"/>
          <ac:spMkLst>
            <pc:docMk/>
            <pc:sldMk cId="4121224068" sldId="260"/>
            <ac:spMk id="2" creationId="{C0A1343E-693B-6743-E966-36CC2BA75CC1}"/>
          </ac:spMkLst>
        </pc:spChg>
        <pc:spChg chg="add mod">
          <ac:chgData name="Delory, B.M.M. (Benjamin)" userId="8c6f519f-27be-4cd4-8b0f-a989f421153f" providerId="ADAL" clId="{D4119A96-4A1D-4E9F-B400-BDA854BBBA22}" dt="2026-01-02T10:29:22.047" v="1284" actId="164"/>
          <ac:spMkLst>
            <pc:docMk/>
            <pc:sldMk cId="4121224068" sldId="260"/>
            <ac:spMk id="4" creationId="{258E2AFB-DC19-62FA-1FC2-11102110C197}"/>
          </ac:spMkLst>
        </pc:spChg>
        <pc:spChg chg="add mod">
          <ac:chgData name="Delory, B.M.M. (Benjamin)" userId="8c6f519f-27be-4cd4-8b0f-a989f421153f" providerId="ADAL" clId="{D4119A96-4A1D-4E9F-B400-BDA854BBBA22}" dt="2026-01-02T10:29:22.047" v="1284" actId="164"/>
          <ac:spMkLst>
            <pc:docMk/>
            <pc:sldMk cId="4121224068" sldId="260"/>
            <ac:spMk id="6" creationId="{10A7FC3A-C745-E83A-3E3B-14A4FA081478}"/>
          </ac:spMkLst>
        </pc:spChg>
        <pc:spChg chg="add mod">
          <ac:chgData name="Delory, B.M.M. (Benjamin)" userId="8c6f519f-27be-4cd4-8b0f-a989f421153f" providerId="ADAL" clId="{D4119A96-4A1D-4E9F-B400-BDA854BBBA22}" dt="2026-01-02T10:29:22.047" v="1284" actId="164"/>
          <ac:spMkLst>
            <pc:docMk/>
            <pc:sldMk cId="4121224068" sldId="260"/>
            <ac:spMk id="10" creationId="{0BFF45CF-7BC2-D107-D0E6-30C8793332D6}"/>
          </ac:spMkLst>
        </pc:spChg>
        <pc:spChg chg="add mod">
          <ac:chgData name="Delory, B.M.M. (Benjamin)" userId="8c6f519f-27be-4cd4-8b0f-a989f421153f" providerId="ADAL" clId="{D4119A96-4A1D-4E9F-B400-BDA854BBBA22}" dt="2026-01-02T10:29:22.047" v="1284" actId="164"/>
          <ac:spMkLst>
            <pc:docMk/>
            <pc:sldMk cId="4121224068" sldId="260"/>
            <ac:spMk id="15" creationId="{8BD78E98-EBD2-A1D0-5035-528DF8DD6374}"/>
          </ac:spMkLst>
        </pc:spChg>
        <pc:spChg chg="add mod">
          <ac:chgData name="Delory, B.M.M. (Benjamin)" userId="8c6f519f-27be-4cd4-8b0f-a989f421153f" providerId="ADAL" clId="{D4119A96-4A1D-4E9F-B400-BDA854BBBA22}" dt="2026-01-02T10:29:22.047" v="1284" actId="164"/>
          <ac:spMkLst>
            <pc:docMk/>
            <pc:sldMk cId="4121224068" sldId="260"/>
            <ac:spMk id="19" creationId="{28713FF7-388A-47BF-B822-145357865F85}"/>
          </ac:spMkLst>
        </pc:spChg>
        <pc:spChg chg="add mod">
          <ac:chgData name="Delory, B.M.M. (Benjamin)" userId="8c6f519f-27be-4cd4-8b0f-a989f421153f" providerId="ADAL" clId="{D4119A96-4A1D-4E9F-B400-BDA854BBBA22}" dt="2026-01-02T10:29:22.047" v="1284" actId="164"/>
          <ac:spMkLst>
            <pc:docMk/>
            <pc:sldMk cId="4121224068" sldId="260"/>
            <ac:spMk id="25" creationId="{ABF9F8A5-E065-474D-B24D-276010E356D2}"/>
          </ac:spMkLst>
        </pc:spChg>
        <pc:spChg chg="add mod">
          <ac:chgData name="Delory, B.M.M. (Benjamin)" userId="8c6f519f-27be-4cd4-8b0f-a989f421153f" providerId="ADAL" clId="{D4119A96-4A1D-4E9F-B400-BDA854BBBA22}" dt="2026-01-02T10:29:22.047" v="1284" actId="164"/>
          <ac:spMkLst>
            <pc:docMk/>
            <pc:sldMk cId="4121224068" sldId="260"/>
            <ac:spMk id="31" creationId="{F3515C4F-759E-D61C-3F10-D6C116336498}"/>
          </ac:spMkLst>
        </pc:spChg>
        <pc:spChg chg="add del mod">
          <ac:chgData name="Delory, B.M.M. (Benjamin)" userId="8c6f519f-27be-4cd4-8b0f-a989f421153f" providerId="ADAL" clId="{D4119A96-4A1D-4E9F-B400-BDA854BBBA22}" dt="2026-01-02T10:27:03.054" v="1204" actId="478"/>
          <ac:spMkLst>
            <pc:docMk/>
            <pc:sldMk cId="4121224068" sldId="260"/>
            <ac:spMk id="39" creationId="{A3CBB667-566B-A532-0B03-A65805E4B0D1}"/>
          </ac:spMkLst>
        </pc:spChg>
        <pc:spChg chg="add mod">
          <ac:chgData name="Delory, B.M.M. (Benjamin)" userId="8c6f519f-27be-4cd4-8b0f-a989f421153f" providerId="ADAL" clId="{D4119A96-4A1D-4E9F-B400-BDA854BBBA22}" dt="2026-01-02T10:29:22.047" v="1284" actId="164"/>
          <ac:spMkLst>
            <pc:docMk/>
            <pc:sldMk cId="4121224068" sldId="260"/>
            <ac:spMk id="40" creationId="{C524737D-DB6D-CE89-1A31-93303BA70D63}"/>
          </ac:spMkLst>
        </pc:spChg>
        <pc:spChg chg="add mod">
          <ac:chgData name="Delory, B.M.M. (Benjamin)" userId="8c6f519f-27be-4cd4-8b0f-a989f421153f" providerId="ADAL" clId="{D4119A96-4A1D-4E9F-B400-BDA854BBBA22}" dt="2026-01-02T10:29:22.047" v="1284" actId="164"/>
          <ac:spMkLst>
            <pc:docMk/>
            <pc:sldMk cId="4121224068" sldId="260"/>
            <ac:spMk id="44" creationId="{DE52AC25-B316-BB0E-ED5C-CD4B17D0342B}"/>
          </ac:spMkLst>
        </pc:spChg>
        <pc:grpChg chg="add mod">
          <ac:chgData name="Delory, B.M.M. (Benjamin)" userId="8c6f519f-27be-4cd4-8b0f-a989f421153f" providerId="ADAL" clId="{D4119A96-4A1D-4E9F-B400-BDA854BBBA22}" dt="2026-01-02T10:29:22.047" v="1284" actId="164"/>
          <ac:grpSpMkLst>
            <pc:docMk/>
            <pc:sldMk cId="4121224068" sldId="260"/>
            <ac:grpSpMk id="46" creationId="{132FCF52-6E74-4B4E-2572-B87E03EE2432}"/>
          </ac:grpSpMkLst>
        </pc:grpChg>
        <pc:picChg chg="mod">
          <ac:chgData name="Delory, B.M.M. (Benjamin)" userId="8c6f519f-27be-4cd4-8b0f-a989f421153f" providerId="ADAL" clId="{D4119A96-4A1D-4E9F-B400-BDA854BBBA22}" dt="2026-01-02T10:29:22.047" v="1284" actId="164"/>
          <ac:picMkLst>
            <pc:docMk/>
            <pc:sldMk cId="4121224068" sldId="260"/>
            <ac:picMk id="5" creationId="{21E28F59-79D7-0651-C97A-6EB01BD61657}"/>
          </ac:picMkLst>
        </pc:picChg>
        <pc:cxnChg chg="add mod">
          <ac:chgData name="Delory, B.M.M. (Benjamin)" userId="8c6f519f-27be-4cd4-8b0f-a989f421153f" providerId="ADAL" clId="{D4119A96-4A1D-4E9F-B400-BDA854BBBA22}" dt="2026-01-02T10:29:22.047" v="1284" actId="164"/>
          <ac:cxnSpMkLst>
            <pc:docMk/>
            <pc:sldMk cId="4121224068" sldId="260"/>
            <ac:cxnSpMk id="3" creationId="{7B8A3679-16A8-8C8D-CA54-3AF514B3F14D}"/>
          </ac:cxnSpMkLst>
        </pc:cxnChg>
        <pc:cxnChg chg="add mod">
          <ac:chgData name="Delory, B.M.M. (Benjamin)" userId="8c6f519f-27be-4cd4-8b0f-a989f421153f" providerId="ADAL" clId="{D4119A96-4A1D-4E9F-B400-BDA854BBBA22}" dt="2026-01-02T10:29:22.047" v="1284" actId="164"/>
          <ac:cxnSpMkLst>
            <pc:docMk/>
            <pc:sldMk cId="4121224068" sldId="260"/>
            <ac:cxnSpMk id="11" creationId="{0AE842D8-8BF3-73B4-CA22-E0E3B5C66B28}"/>
          </ac:cxnSpMkLst>
        </pc:cxnChg>
        <pc:cxnChg chg="add mod">
          <ac:chgData name="Delory, B.M.M. (Benjamin)" userId="8c6f519f-27be-4cd4-8b0f-a989f421153f" providerId="ADAL" clId="{D4119A96-4A1D-4E9F-B400-BDA854BBBA22}" dt="2026-01-02T10:29:22.047" v="1284" actId="164"/>
          <ac:cxnSpMkLst>
            <pc:docMk/>
            <pc:sldMk cId="4121224068" sldId="260"/>
            <ac:cxnSpMk id="16" creationId="{9EAA98E4-0C0C-9520-672C-5097C3E1AA4B}"/>
          </ac:cxnSpMkLst>
        </pc:cxnChg>
        <pc:cxnChg chg="add mod">
          <ac:chgData name="Delory, B.M.M. (Benjamin)" userId="8c6f519f-27be-4cd4-8b0f-a989f421153f" providerId="ADAL" clId="{D4119A96-4A1D-4E9F-B400-BDA854BBBA22}" dt="2026-01-02T10:29:22.047" v="1284" actId="164"/>
          <ac:cxnSpMkLst>
            <pc:docMk/>
            <pc:sldMk cId="4121224068" sldId="260"/>
            <ac:cxnSpMk id="20" creationId="{F6B573E7-4538-287A-B3BA-FE0B2D66C068}"/>
          </ac:cxnSpMkLst>
        </pc:cxnChg>
        <pc:cxnChg chg="add mod">
          <ac:chgData name="Delory, B.M.M. (Benjamin)" userId="8c6f519f-27be-4cd4-8b0f-a989f421153f" providerId="ADAL" clId="{D4119A96-4A1D-4E9F-B400-BDA854BBBA22}" dt="2026-01-02T10:29:22.047" v="1284" actId="164"/>
          <ac:cxnSpMkLst>
            <pc:docMk/>
            <pc:sldMk cId="4121224068" sldId="260"/>
            <ac:cxnSpMk id="26" creationId="{27E7B2D8-11FE-CC9F-9156-DB9CB4151F9A}"/>
          </ac:cxnSpMkLst>
        </pc:cxnChg>
        <pc:cxnChg chg="add mod">
          <ac:chgData name="Delory, B.M.M. (Benjamin)" userId="8c6f519f-27be-4cd4-8b0f-a989f421153f" providerId="ADAL" clId="{D4119A96-4A1D-4E9F-B400-BDA854BBBA22}" dt="2026-01-02T10:29:22.047" v="1284" actId="164"/>
          <ac:cxnSpMkLst>
            <pc:docMk/>
            <pc:sldMk cId="4121224068" sldId="260"/>
            <ac:cxnSpMk id="36" creationId="{77FB8C0E-818A-4C76-A6AA-645124C20D75}"/>
          </ac:cxnSpMkLst>
        </pc:cxnChg>
        <pc:cxnChg chg="add del mod">
          <ac:chgData name="Delory, B.M.M. (Benjamin)" userId="8c6f519f-27be-4cd4-8b0f-a989f421153f" providerId="ADAL" clId="{D4119A96-4A1D-4E9F-B400-BDA854BBBA22}" dt="2026-01-02T10:28:33.617" v="1259" actId="478"/>
          <ac:cxnSpMkLst>
            <pc:docMk/>
            <pc:sldMk cId="4121224068" sldId="260"/>
            <ac:cxnSpMk id="43" creationId="{818A5979-346E-E97C-E9E3-BC30631D0C9A}"/>
          </ac:cxnSpMkLst>
        </pc:cxnChg>
      </pc:sldChg>
      <pc:sldChg chg="addSp delSp modSp mod">
        <pc:chgData name="Delory, B.M.M. (Benjamin)" userId="8c6f519f-27be-4cd4-8b0f-a989f421153f" providerId="ADAL" clId="{D4119A96-4A1D-4E9F-B400-BDA854BBBA22}" dt="2026-01-02T10:40:20.353" v="1828" actId="164"/>
        <pc:sldMkLst>
          <pc:docMk/>
          <pc:sldMk cId="314910460" sldId="261"/>
        </pc:sldMkLst>
        <pc:spChg chg="add mod">
          <ac:chgData name="Delory, B.M.M. (Benjamin)" userId="8c6f519f-27be-4cd4-8b0f-a989f421153f" providerId="ADAL" clId="{D4119A96-4A1D-4E9F-B400-BDA854BBBA22}" dt="2026-01-02T10:38:55.145" v="1810" actId="164"/>
          <ac:spMkLst>
            <pc:docMk/>
            <pc:sldMk cId="314910460" sldId="261"/>
            <ac:spMk id="2" creationId="{60C1D7E9-5B02-6E3B-4F68-1B870A8070C4}"/>
          </ac:spMkLst>
        </pc:spChg>
        <pc:spChg chg="add mod">
          <ac:chgData name="Delory, B.M.M. (Benjamin)" userId="8c6f519f-27be-4cd4-8b0f-a989f421153f" providerId="ADAL" clId="{D4119A96-4A1D-4E9F-B400-BDA854BBBA22}" dt="2026-01-02T10:38:55.145" v="1810" actId="164"/>
          <ac:spMkLst>
            <pc:docMk/>
            <pc:sldMk cId="314910460" sldId="261"/>
            <ac:spMk id="3" creationId="{871B27E1-9111-DF1E-6ECA-0D7986B9E73E}"/>
          </ac:spMkLst>
        </pc:spChg>
        <pc:spChg chg="add mod">
          <ac:chgData name="Delory, B.M.M. (Benjamin)" userId="8c6f519f-27be-4cd4-8b0f-a989f421153f" providerId="ADAL" clId="{D4119A96-4A1D-4E9F-B400-BDA854BBBA22}" dt="2026-01-02T10:38:55.145" v="1810" actId="164"/>
          <ac:spMkLst>
            <pc:docMk/>
            <pc:sldMk cId="314910460" sldId="261"/>
            <ac:spMk id="4" creationId="{B69B6A38-6199-0077-0507-3EB8D3188C9C}"/>
          </ac:spMkLst>
        </pc:spChg>
        <pc:spChg chg="add mod">
          <ac:chgData name="Delory, B.M.M. (Benjamin)" userId="8c6f519f-27be-4cd4-8b0f-a989f421153f" providerId="ADAL" clId="{D4119A96-4A1D-4E9F-B400-BDA854BBBA22}" dt="2026-01-02T10:38:55.145" v="1810" actId="164"/>
          <ac:spMkLst>
            <pc:docMk/>
            <pc:sldMk cId="314910460" sldId="261"/>
            <ac:spMk id="6" creationId="{86C7555B-B3C5-E7FF-0CAD-C2D0779F1ABC}"/>
          </ac:spMkLst>
        </pc:spChg>
        <pc:spChg chg="add mod">
          <ac:chgData name="Delory, B.M.M. (Benjamin)" userId="8c6f519f-27be-4cd4-8b0f-a989f421153f" providerId="ADAL" clId="{D4119A96-4A1D-4E9F-B400-BDA854BBBA22}" dt="2026-01-02T10:38:38.951" v="1809" actId="164"/>
          <ac:spMkLst>
            <pc:docMk/>
            <pc:sldMk cId="314910460" sldId="261"/>
            <ac:spMk id="8" creationId="{00BAEA97-79A6-6C67-6832-6DC566075556}"/>
          </ac:spMkLst>
        </pc:spChg>
        <pc:spChg chg="add mod">
          <ac:chgData name="Delory, B.M.M. (Benjamin)" userId="8c6f519f-27be-4cd4-8b0f-a989f421153f" providerId="ADAL" clId="{D4119A96-4A1D-4E9F-B400-BDA854BBBA22}" dt="2026-01-02T10:40:20.353" v="1828" actId="164"/>
          <ac:spMkLst>
            <pc:docMk/>
            <pc:sldMk cId="314910460" sldId="261"/>
            <ac:spMk id="12" creationId="{77AA1467-0033-4881-D01B-DFA9DA3BD3DE}"/>
          </ac:spMkLst>
        </pc:spChg>
        <pc:spChg chg="add mod">
          <ac:chgData name="Delory, B.M.M. (Benjamin)" userId="8c6f519f-27be-4cd4-8b0f-a989f421153f" providerId="ADAL" clId="{D4119A96-4A1D-4E9F-B400-BDA854BBBA22}" dt="2026-01-02T10:38:38.951" v="1809" actId="164"/>
          <ac:spMkLst>
            <pc:docMk/>
            <pc:sldMk cId="314910460" sldId="261"/>
            <ac:spMk id="13" creationId="{83699FD9-F121-50DA-04A8-EF5F3F835682}"/>
          </ac:spMkLst>
        </pc:spChg>
        <pc:spChg chg="add mod">
          <ac:chgData name="Delory, B.M.M. (Benjamin)" userId="8c6f519f-27be-4cd4-8b0f-a989f421153f" providerId="ADAL" clId="{D4119A96-4A1D-4E9F-B400-BDA854BBBA22}" dt="2026-01-02T10:38:38.951" v="1809" actId="164"/>
          <ac:spMkLst>
            <pc:docMk/>
            <pc:sldMk cId="314910460" sldId="261"/>
            <ac:spMk id="14" creationId="{0AB4E83C-5432-C57E-7022-CDB79481CB46}"/>
          </ac:spMkLst>
        </pc:spChg>
        <pc:spChg chg="add mod">
          <ac:chgData name="Delory, B.M.M. (Benjamin)" userId="8c6f519f-27be-4cd4-8b0f-a989f421153f" providerId="ADAL" clId="{D4119A96-4A1D-4E9F-B400-BDA854BBBA22}" dt="2026-01-02T10:38:38.951" v="1809" actId="164"/>
          <ac:spMkLst>
            <pc:docMk/>
            <pc:sldMk cId="314910460" sldId="261"/>
            <ac:spMk id="15" creationId="{94B27F78-2A16-B070-09AF-A36AFDC06883}"/>
          </ac:spMkLst>
        </pc:spChg>
        <pc:grpChg chg="add mod">
          <ac:chgData name="Delory, B.M.M. (Benjamin)" userId="8c6f519f-27be-4cd4-8b0f-a989f421153f" providerId="ADAL" clId="{D4119A96-4A1D-4E9F-B400-BDA854BBBA22}" dt="2026-01-02T10:38:25.986" v="1808" actId="164"/>
          <ac:grpSpMkLst>
            <pc:docMk/>
            <pc:sldMk cId="314910460" sldId="261"/>
            <ac:grpSpMk id="25" creationId="{790061C4-71FB-EF47-217D-09D4F6A832D0}"/>
          </ac:grpSpMkLst>
        </pc:grpChg>
        <pc:grpChg chg="add mod">
          <ac:chgData name="Delory, B.M.M. (Benjamin)" userId="8c6f519f-27be-4cd4-8b0f-a989f421153f" providerId="ADAL" clId="{D4119A96-4A1D-4E9F-B400-BDA854BBBA22}" dt="2026-01-02T10:40:20.353" v="1828" actId="164"/>
          <ac:grpSpMkLst>
            <pc:docMk/>
            <pc:sldMk cId="314910460" sldId="261"/>
            <ac:grpSpMk id="26" creationId="{CA93E935-DC75-833B-56B7-F9A22E63FF2D}"/>
          </ac:grpSpMkLst>
        </pc:grpChg>
        <pc:grpChg chg="add mod">
          <ac:chgData name="Delory, B.M.M. (Benjamin)" userId="8c6f519f-27be-4cd4-8b0f-a989f421153f" providerId="ADAL" clId="{D4119A96-4A1D-4E9F-B400-BDA854BBBA22}" dt="2026-01-02T10:40:20.353" v="1828" actId="164"/>
          <ac:grpSpMkLst>
            <pc:docMk/>
            <pc:sldMk cId="314910460" sldId="261"/>
            <ac:grpSpMk id="27" creationId="{120CA273-3E28-E94E-F16D-4E07CCF343F1}"/>
          </ac:grpSpMkLst>
        </pc:grpChg>
        <pc:grpChg chg="add mod">
          <ac:chgData name="Delory, B.M.M. (Benjamin)" userId="8c6f519f-27be-4cd4-8b0f-a989f421153f" providerId="ADAL" clId="{D4119A96-4A1D-4E9F-B400-BDA854BBBA22}" dt="2026-01-02T10:40:20.353" v="1828" actId="164"/>
          <ac:grpSpMkLst>
            <pc:docMk/>
            <pc:sldMk cId="314910460" sldId="261"/>
            <ac:grpSpMk id="32" creationId="{CF8C3754-9622-6D78-5D0B-6CF4E43384CB}"/>
          </ac:grpSpMkLst>
        </pc:grpChg>
        <pc:picChg chg="mod ord">
          <ac:chgData name="Delory, B.M.M. (Benjamin)" userId="8c6f519f-27be-4cd4-8b0f-a989f421153f" providerId="ADAL" clId="{D4119A96-4A1D-4E9F-B400-BDA854BBBA22}" dt="2026-01-02T10:38:38.951" v="1809" actId="164"/>
          <ac:picMkLst>
            <pc:docMk/>
            <pc:sldMk cId="314910460" sldId="261"/>
            <ac:picMk id="5" creationId="{21E28F59-79D7-0651-C97A-6EB01BD61657}"/>
          </ac:picMkLst>
        </pc:picChg>
        <pc:cxnChg chg="add mod">
          <ac:chgData name="Delory, B.M.M. (Benjamin)" userId="8c6f519f-27be-4cd4-8b0f-a989f421153f" providerId="ADAL" clId="{D4119A96-4A1D-4E9F-B400-BDA854BBBA22}" dt="2026-01-02T10:40:20.353" v="1828" actId="164"/>
          <ac:cxnSpMkLst>
            <pc:docMk/>
            <pc:sldMk cId="314910460" sldId="261"/>
            <ac:cxnSpMk id="7" creationId="{8B1C1275-8828-A69A-1C5F-407545CE9CD4}"/>
          </ac:cxnSpMkLst>
        </pc:cxnChg>
        <pc:cxnChg chg="add del mod">
          <ac:chgData name="Delory, B.M.M. (Benjamin)" userId="8c6f519f-27be-4cd4-8b0f-a989f421153f" providerId="ADAL" clId="{D4119A96-4A1D-4E9F-B400-BDA854BBBA22}" dt="2026-01-02T10:34:05.089" v="1504" actId="478"/>
          <ac:cxnSpMkLst>
            <pc:docMk/>
            <pc:sldMk cId="314910460" sldId="261"/>
            <ac:cxnSpMk id="11" creationId="{864E8DCA-B1B0-66B8-9145-1204FDAA1489}"/>
          </ac:cxnSpMkLst>
        </pc:cxnChg>
        <pc:cxnChg chg="add mod">
          <ac:chgData name="Delory, B.M.M. (Benjamin)" userId="8c6f519f-27be-4cd4-8b0f-a989f421153f" providerId="ADAL" clId="{D4119A96-4A1D-4E9F-B400-BDA854BBBA22}" dt="2026-01-02T10:40:20.353" v="1828" actId="164"/>
          <ac:cxnSpMkLst>
            <pc:docMk/>
            <pc:sldMk cId="314910460" sldId="261"/>
            <ac:cxnSpMk id="16" creationId="{4B37085E-73E6-9357-8D48-54BCDBB733D6}"/>
          </ac:cxnSpMkLst>
        </pc:cxnChg>
        <pc:cxnChg chg="add mod">
          <ac:chgData name="Delory, B.M.M. (Benjamin)" userId="8c6f519f-27be-4cd4-8b0f-a989f421153f" providerId="ADAL" clId="{D4119A96-4A1D-4E9F-B400-BDA854BBBA22}" dt="2026-01-02T10:40:20.353" v="1828" actId="164"/>
          <ac:cxnSpMkLst>
            <pc:docMk/>
            <pc:sldMk cId="314910460" sldId="261"/>
            <ac:cxnSpMk id="19" creationId="{4B53C70C-4768-AA96-0FC5-3A1D90442501}"/>
          </ac:cxnSpMkLst>
        </pc:cxnChg>
        <pc:cxnChg chg="add mod">
          <ac:chgData name="Delory, B.M.M. (Benjamin)" userId="8c6f519f-27be-4cd4-8b0f-a989f421153f" providerId="ADAL" clId="{D4119A96-4A1D-4E9F-B400-BDA854BBBA22}" dt="2026-01-02T10:40:20.353" v="1828" actId="164"/>
          <ac:cxnSpMkLst>
            <pc:docMk/>
            <pc:sldMk cId="314910460" sldId="261"/>
            <ac:cxnSpMk id="22" creationId="{BBBCAF71-A79B-0784-0FBB-DD9BD6B40044}"/>
          </ac:cxnSpMkLst>
        </pc:cxnChg>
        <pc:cxnChg chg="add mod">
          <ac:chgData name="Delory, B.M.M. (Benjamin)" userId="8c6f519f-27be-4cd4-8b0f-a989f421153f" providerId="ADAL" clId="{D4119A96-4A1D-4E9F-B400-BDA854BBBA22}" dt="2026-01-02T10:40:20.353" v="1828" actId="164"/>
          <ac:cxnSpMkLst>
            <pc:docMk/>
            <pc:sldMk cId="314910460" sldId="261"/>
            <ac:cxnSpMk id="28" creationId="{23118E10-A20D-B07E-2EED-8B670F803E0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31397-B229-25AE-A8BA-F5F6E0375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F7148-5F93-A525-5695-C1E67AF5F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49906-5992-FDF2-2B43-C78F4159A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343D-B2C6-48BE-9097-C7CB6F35AB8A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F2AEA-369F-64BD-8ED4-3F5E57C5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598F5-7BF2-59AF-21DC-1DA9C79D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13B6-9102-4A6B-BD8E-A3E31490B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320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68377-A0E0-5479-8CCC-9C9F4452F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C93D4-5A54-D871-A808-1B7FE725C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0EC5A-20D3-F36D-E804-0486DFBC2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343D-B2C6-48BE-9097-C7CB6F35AB8A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4D62E-C0C8-FAA0-0F7E-01F0A2C1E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7298B-7170-4D67-D761-97321315C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13B6-9102-4A6B-BD8E-A3E31490B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7836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74260-0388-6D13-F114-B254FF69A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47320-04AF-084B-677E-E5B2E6DC6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AB1BD-D7BE-534D-4823-47874FAC4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343D-B2C6-48BE-9097-C7CB6F35AB8A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1B47A-C9A0-8BB7-DA6E-776A1D627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0FE5F-E4E7-A4B6-80CC-5B347C7F8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13B6-9102-4A6B-BD8E-A3E31490B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5646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B284-A811-3546-676E-3A5105ECE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8C62E-D0AE-C1B0-BD8F-81F0D226E5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67F45-1B00-9A1B-28F3-14EAB91CF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C5639-0B6F-2FEA-5C9F-E3602E018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343D-B2C6-48BE-9097-C7CB6F35AB8A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DA5EE-148A-124B-4AB2-A31A189D5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2A77B-0481-FD36-74C8-86CF9462B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13B6-9102-4A6B-BD8E-A3E31490B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478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8ECB-C2AF-19A0-7F60-21F6E436F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BC565-2ABE-42B9-299D-A064352C7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AD4644-FECD-DEBF-CE24-118E0EA55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396343-79F9-C62F-A83B-43E3D735CA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3C1789-1F7A-C474-7F87-B7041D17EE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E7F788-D56E-424A-14EC-B694F79DC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343D-B2C6-48BE-9097-C7CB6F35AB8A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B3458F-7025-D349-E11C-2D5EC7186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2BD40C-CE31-30A8-59A9-0EB8E0A79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13B6-9102-4A6B-BD8E-A3E31490B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641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0E3FC-FB58-B57C-C89D-5BB905041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A552FD-81DE-7B90-8958-6605AACE6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343D-B2C6-48BE-9097-C7CB6F35AB8A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BACF45-1B0C-D115-2736-2DE8DBE95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A26070-52CE-916E-FC0A-E85C035C1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13B6-9102-4A6B-BD8E-A3E31490B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4155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A2193E-1738-14B4-431B-D7834F159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343D-B2C6-48BE-9097-C7CB6F35AB8A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CD778D-B8CA-0E94-1527-31E007292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603E4-625A-A83D-6D12-B5530D2A8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13B6-9102-4A6B-BD8E-A3E31490B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225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BB148-6CB1-F722-38D0-2BAFF5E00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E125A-A079-A3EF-F441-EEACF4E4C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6B090-E6C8-FB41-53ED-C0A4F7577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CFA10-0BF9-EAC0-7186-CE13B3B6F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343D-B2C6-48BE-9097-C7CB6F35AB8A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A7B075-A4BE-2741-2DB5-87D8E1007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C346B-EC69-151D-22EB-DE6238125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13B6-9102-4A6B-BD8E-A3E31490B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79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009C-3605-D7B9-FDAF-FD24F6622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D84346-1340-3699-84BB-7C5A5CE0E4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016C49-6214-26BA-B99E-9B54BE80B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386F5-EDAE-C94C-E232-307B21A3B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343D-B2C6-48BE-9097-C7CB6F35AB8A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F5060-21CE-9CBC-AD8C-EF4865BC1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A5840-6B69-0E60-3F80-D7BD37A9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13B6-9102-4A6B-BD8E-A3E31490B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3872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31635-88C6-F2E3-DCF4-EE01CF7A5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7FED53-51A6-751D-B172-0C3BD39A9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7DC90-A050-8EBA-F48C-C081E3CBE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343D-B2C6-48BE-9097-C7CB6F35AB8A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F69DD-6A94-BC8B-C06C-5AA02D536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7FEF1-1CF6-7E9B-FE61-BA2F1890A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13B6-9102-4A6B-BD8E-A3E31490B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795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08E074-09BA-8938-B00B-833D0FD214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4E3903-50FE-5D03-7716-2B708ACA1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9279B-19E7-AD93-034C-3AA6393F7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343D-B2C6-48BE-9097-C7CB6F35AB8A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6E33C-6F4E-022F-FB8F-66F8711F3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3104E-7C7D-BE78-319A-FDC6EA315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13B6-9102-4A6B-BD8E-A3E31490B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019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D47E24-3130-1EFD-619F-0A3DE18F6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DE724-D6BD-5036-D126-FCC64B436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F1476-4A87-0BBB-E8DE-BE9E779A1B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4343D-B2C6-48BE-9097-C7CB6F35AB8A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E97FF-1386-39A2-EA54-B81D4A6A2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6805A-C8B7-E89A-9826-459623C00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413B6-9102-4A6B-BD8E-A3E31490B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9519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E88F842-F103-44F2-D0EB-0BB26BEC3197}"/>
              </a:ext>
            </a:extLst>
          </p:cNvPr>
          <p:cNvGrpSpPr/>
          <p:nvPr/>
        </p:nvGrpSpPr>
        <p:grpSpPr>
          <a:xfrm>
            <a:off x="387388" y="84319"/>
            <a:ext cx="11417224" cy="6689361"/>
            <a:chOff x="387388" y="84319"/>
            <a:chExt cx="11417224" cy="668936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1E28F59-79D7-0651-C97A-6EB01BD61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7388" y="84319"/>
              <a:ext cx="11417224" cy="6689361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FCE9F1-EBDC-6F6E-1F20-205A67906923}"/>
                </a:ext>
              </a:extLst>
            </p:cNvPr>
            <p:cNvSpPr/>
            <p:nvPr/>
          </p:nvSpPr>
          <p:spPr>
            <a:xfrm>
              <a:off x="387388" y="713063"/>
              <a:ext cx="6167524" cy="2612445"/>
            </a:xfrm>
            <a:prstGeom prst="rect">
              <a:avLst/>
            </a:prstGeom>
            <a:noFill/>
            <a:ln w="38100">
              <a:solidFill>
                <a:srgbClr val="FFC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E9FC9A-614E-46E7-353C-A6166B3F1213}"/>
                </a:ext>
              </a:extLst>
            </p:cNvPr>
            <p:cNvSpPr/>
            <p:nvPr/>
          </p:nvSpPr>
          <p:spPr>
            <a:xfrm>
              <a:off x="387388" y="3325510"/>
              <a:ext cx="6167524" cy="3448169"/>
            </a:xfrm>
            <a:prstGeom prst="rect">
              <a:avLst/>
            </a:prstGeom>
            <a:noFill/>
            <a:ln w="38100">
              <a:solidFill>
                <a:srgbClr val="FFC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5F4AC6-A498-0C50-343A-5832CEC1C7F1}"/>
                </a:ext>
              </a:extLst>
            </p:cNvPr>
            <p:cNvSpPr/>
            <p:nvPr/>
          </p:nvSpPr>
          <p:spPr>
            <a:xfrm>
              <a:off x="6554912" y="713064"/>
              <a:ext cx="5249700" cy="2235619"/>
            </a:xfrm>
            <a:prstGeom prst="rect">
              <a:avLst/>
            </a:prstGeom>
            <a:noFill/>
            <a:ln w="38100">
              <a:solidFill>
                <a:srgbClr val="FFC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FFD976C-E1C2-8209-1B0F-5DDA18E7A744}"/>
                </a:ext>
              </a:extLst>
            </p:cNvPr>
            <p:cNvSpPr/>
            <p:nvPr/>
          </p:nvSpPr>
          <p:spPr>
            <a:xfrm>
              <a:off x="6554912" y="2948683"/>
              <a:ext cx="5249700" cy="3824996"/>
            </a:xfrm>
            <a:prstGeom prst="rect">
              <a:avLst/>
            </a:prstGeom>
            <a:noFill/>
            <a:ln w="38100">
              <a:solidFill>
                <a:srgbClr val="FFC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C304AF8-4434-1BAC-0592-059BAABB363C}"/>
                </a:ext>
              </a:extLst>
            </p:cNvPr>
            <p:cNvGrpSpPr/>
            <p:nvPr/>
          </p:nvGrpSpPr>
          <p:grpSpPr>
            <a:xfrm>
              <a:off x="2470516" y="1713285"/>
              <a:ext cx="2001269" cy="612000"/>
              <a:chOff x="2025447" y="1721237"/>
              <a:chExt cx="2001269" cy="61200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6FDA8D-27A4-333F-3939-59B3AAE22B1C}"/>
                  </a:ext>
                </a:extLst>
              </p:cNvPr>
              <p:cNvSpPr txBox="1"/>
              <p:nvPr/>
            </p:nvSpPr>
            <p:spPr>
              <a:xfrm>
                <a:off x="2389239" y="1765627"/>
                <a:ext cx="1637477" cy="523220"/>
              </a:xfrm>
              <a:prstGeom prst="rect">
                <a:avLst/>
              </a:prstGeom>
              <a:solidFill>
                <a:srgbClr val="FFCD00">
                  <a:alpha val="40000"/>
                </a:srgb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8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R script</a:t>
                </a:r>
                <a:endParaRPr lang="en-GB" sz="28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7C1890D-E65D-7693-919D-E4E34B6A8D04}"/>
                  </a:ext>
                </a:extLst>
              </p:cNvPr>
              <p:cNvSpPr/>
              <p:nvPr/>
            </p:nvSpPr>
            <p:spPr>
              <a:xfrm>
                <a:off x="2025447" y="1721237"/>
                <a:ext cx="612000" cy="612000"/>
              </a:xfrm>
              <a:prstGeom prst="ellipse">
                <a:avLst/>
              </a:prstGeom>
              <a:solidFill>
                <a:srgbClr val="FFCD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1</a:t>
                </a:r>
                <a:endParaRPr lang="en-GB" sz="32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734C493-49A9-1AB5-C3BC-FFACA5BA1F7D}"/>
                </a:ext>
              </a:extLst>
            </p:cNvPr>
            <p:cNvGrpSpPr/>
            <p:nvPr/>
          </p:nvGrpSpPr>
          <p:grpSpPr>
            <a:xfrm>
              <a:off x="2290131" y="4743594"/>
              <a:ext cx="2362038" cy="612000"/>
              <a:chOff x="2025447" y="1721237"/>
              <a:chExt cx="2362038" cy="612000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56816B-887C-0133-BB33-908CD110EA7E}"/>
                  </a:ext>
                </a:extLst>
              </p:cNvPr>
              <p:cNvSpPr txBox="1"/>
              <p:nvPr/>
            </p:nvSpPr>
            <p:spPr>
              <a:xfrm>
                <a:off x="2389238" y="1765627"/>
                <a:ext cx="1998247" cy="523220"/>
              </a:xfrm>
              <a:prstGeom prst="rect">
                <a:avLst/>
              </a:prstGeom>
              <a:solidFill>
                <a:srgbClr val="FFEB99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8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R console</a:t>
                </a:r>
                <a:endParaRPr lang="en-GB" sz="28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A7857C53-3275-DF9A-814C-744949948F68}"/>
                  </a:ext>
                </a:extLst>
              </p:cNvPr>
              <p:cNvSpPr/>
              <p:nvPr/>
            </p:nvSpPr>
            <p:spPr>
              <a:xfrm>
                <a:off x="2025447" y="1721237"/>
                <a:ext cx="612000" cy="612000"/>
              </a:xfrm>
              <a:prstGeom prst="ellipse">
                <a:avLst/>
              </a:prstGeom>
              <a:solidFill>
                <a:srgbClr val="FFCD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2</a:t>
                </a:r>
                <a:endParaRPr lang="en-GB" sz="32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C556E5D-5FCC-D19A-A999-76B9AD88DFB4}"/>
                </a:ext>
              </a:extLst>
            </p:cNvPr>
            <p:cNvGrpSpPr/>
            <p:nvPr/>
          </p:nvGrpSpPr>
          <p:grpSpPr>
            <a:xfrm>
              <a:off x="6802583" y="1713285"/>
              <a:ext cx="4754358" cy="612000"/>
              <a:chOff x="2025447" y="1721237"/>
              <a:chExt cx="4754358" cy="612000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62A48E8-D59A-96D4-9664-C1AF5455CAA1}"/>
                  </a:ext>
                </a:extLst>
              </p:cNvPr>
              <p:cNvSpPr txBox="1"/>
              <p:nvPr/>
            </p:nvSpPr>
            <p:spPr>
              <a:xfrm>
                <a:off x="2389238" y="1765627"/>
                <a:ext cx="4390567" cy="523220"/>
              </a:xfrm>
              <a:prstGeom prst="rect">
                <a:avLst/>
              </a:prstGeom>
              <a:solidFill>
                <a:srgbClr val="FFEB99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8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Environment and History</a:t>
                </a:r>
                <a:endParaRPr lang="en-GB" sz="28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4C2ADA2-9A01-AE7B-335B-A65B08A05EDE}"/>
                  </a:ext>
                </a:extLst>
              </p:cNvPr>
              <p:cNvSpPr/>
              <p:nvPr/>
            </p:nvSpPr>
            <p:spPr>
              <a:xfrm>
                <a:off x="2025447" y="1721237"/>
                <a:ext cx="612000" cy="612000"/>
              </a:xfrm>
              <a:prstGeom prst="ellipse">
                <a:avLst/>
              </a:prstGeom>
              <a:solidFill>
                <a:srgbClr val="FFCD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3</a:t>
                </a:r>
                <a:endParaRPr lang="en-GB" sz="32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4DB153B-7265-F472-6E25-35732054ED15}"/>
                </a:ext>
              </a:extLst>
            </p:cNvPr>
            <p:cNvGrpSpPr/>
            <p:nvPr/>
          </p:nvGrpSpPr>
          <p:grpSpPr>
            <a:xfrm>
              <a:off x="7301728" y="4168684"/>
              <a:ext cx="3756068" cy="1384995"/>
              <a:chOff x="2025447" y="1743432"/>
              <a:chExt cx="3756068" cy="1384995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B2B6919-09CD-1398-EE47-E52E3ECF5CCC}"/>
                  </a:ext>
                </a:extLst>
              </p:cNvPr>
              <p:cNvSpPr txBox="1"/>
              <p:nvPr/>
            </p:nvSpPr>
            <p:spPr>
              <a:xfrm>
                <a:off x="2389238" y="1743432"/>
                <a:ext cx="3392277" cy="1384995"/>
              </a:xfrm>
              <a:prstGeom prst="rect">
                <a:avLst/>
              </a:prstGeom>
              <a:solidFill>
                <a:srgbClr val="FFEB99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8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File explorer, Plot viewer, R package management, Help</a:t>
                </a:r>
                <a:endParaRPr lang="en-GB" sz="28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E1326C6-B6CA-207B-88D8-A4E2B9557B94}"/>
                  </a:ext>
                </a:extLst>
              </p:cNvPr>
              <p:cNvSpPr/>
              <p:nvPr/>
            </p:nvSpPr>
            <p:spPr>
              <a:xfrm>
                <a:off x="2025447" y="2129929"/>
                <a:ext cx="612000" cy="612000"/>
              </a:xfrm>
              <a:prstGeom prst="ellipse">
                <a:avLst/>
              </a:prstGeom>
              <a:solidFill>
                <a:srgbClr val="FFCD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4</a:t>
                </a:r>
                <a:endParaRPr lang="en-GB" sz="32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80044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40D2F409-6829-E55F-7FAC-52364F773CFD}"/>
              </a:ext>
            </a:extLst>
          </p:cNvPr>
          <p:cNvGrpSpPr/>
          <p:nvPr/>
        </p:nvGrpSpPr>
        <p:grpSpPr>
          <a:xfrm>
            <a:off x="1803889" y="1904998"/>
            <a:ext cx="8957843" cy="2483571"/>
            <a:chOff x="1617078" y="2258960"/>
            <a:chExt cx="8957843" cy="248357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EB44E90-45E8-D984-61DE-81FF1C094018}"/>
                </a:ext>
              </a:extLst>
            </p:cNvPr>
            <p:cNvSpPr txBox="1"/>
            <p:nvPr/>
          </p:nvSpPr>
          <p:spPr>
            <a:xfrm>
              <a:off x="1617078" y="4034645"/>
              <a:ext cx="1031019" cy="707886"/>
            </a:xfrm>
            <a:prstGeom prst="rect">
              <a:avLst/>
            </a:prstGeom>
            <a:solidFill>
              <a:srgbClr val="FFCD00">
                <a:alpha val="40000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Create a file</a:t>
              </a:r>
              <a:endParaRPr lang="en-GB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8853D1D-58A6-5A93-BC7D-DB14921BF79E}"/>
                </a:ext>
              </a:extLst>
            </p:cNvPr>
            <p:cNvSpPr txBox="1"/>
            <p:nvPr/>
          </p:nvSpPr>
          <p:spPr>
            <a:xfrm>
              <a:off x="2831947" y="4034645"/>
              <a:ext cx="1637477" cy="707886"/>
            </a:xfrm>
            <a:prstGeom prst="rect">
              <a:avLst/>
            </a:prstGeom>
            <a:solidFill>
              <a:srgbClr val="FFCD00">
                <a:alpha val="40000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Open an existing file</a:t>
              </a:r>
              <a:endParaRPr lang="en-GB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F41A321-0960-AEDA-DB02-B2D0AD130767}"/>
                </a:ext>
              </a:extLst>
            </p:cNvPr>
            <p:cNvSpPr txBox="1"/>
            <p:nvPr/>
          </p:nvSpPr>
          <p:spPr>
            <a:xfrm>
              <a:off x="4653274" y="4034645"/>
              <a:ext cx="1782432" cy="707886"/>
            </a:xfrm>
            <a:prstGeom prst="rect">
              <a:avLst/>
            </a:prstGeom>
            <a:solidFill>
              <a:srgbClr val="FFCD00">
                <a:alpha val="40000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Save current document</a:t>
              </a:r>
              <a:endParaRPr lang="en-GB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0A04F3-74E9-A1C8-438C-34628AE36AB1}"/>
                </a:ext>
              </a:extLst>
            </p:cNvPr>
            <p:cNvSpPr txBox="1"/>
            <p:nvPr/>
          </p:nvSpPr>
          <p:spPr>
            <a:xfrm>
              <a:off x="6619556" y="4034645"/>
              <a:ext cx="1782432" cy="707886"/>
            </a:xfrm>
            <a:prstGeom prst="rect">
              <a:avLst/>
            </a:prstGeom>
            <a:solidFill>
              <a:srgbClr val="FFCD00">
                <a:alpha val="40000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Save all open documents</a:t>
              </a:r>
              <a:endParaRPr lang="en-GB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71EFC15-5AAB-1F2E-5931-4C2F20AC392B}"/>
                </a:ext>
              </a:extLst>
            </p:cNvPr>
            <p:cNvCxnSpPr>
              <a:cxnSpLocks/>
              <a:stCxn id="35" idx="2"/>
              <a:endCxn id="3" idx="0"/>
            </p:cNvCxnSpPr>
            <p:nvPr/>
          </p:nvCxnSpPr>
          <p:spPr>
            <a:xfrm rot="16200000" flipH="1">
              <a:off x="1667475" y="3569531"/>
              <a:ext cx="669557" cy="260670"/>
            </a:xfrm>
            <a:prstGeom prst="bentConnector3">
              <a:avLst/>
            </a:prstGeom>
            <a:ln w="38100">
              <a:solidFill>
                <a:srgbClr val="FFC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6">
              <a:extLst>
                <a:ext uri="{FF2B5EF4-FFF2-40B4-BE49-F238E27FC236}">
                  <a16:creationId xmlns:a16="http://schemas.microsoft.com/office/drawing/2014/main" id="{F8753AC2-B222-1BF2-4C36-304A6341BA5C}"/>
                </a:ext>
              </a:extLst>
            </p:cNvPr>
            <p:cNvCxnSpPr>
              <a:cxnSpLocks/>
              <a:stCxn id="36" idx="2"/>
              <a:endCxn id="22" idx="0"/>
            </p:cNvCxnSpPr>
            <p:nvPr/>
          </p:nvCxnSpPr>
          <p:spPr>
            <a:xfrm rot="16200000" flipH="1">
              <a:off x="3149196" y="3533154"/>
              <a:ext cx="654809" cy="348171"/>
            </a:xfrm>
            <a:prstGeom prst="bentConnector3">
              <a:avLst/>
            </a:prstGeom>
            <a:ln w="38100">
              <a:solidFill>
                <a:srgbClr val="FFC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EC2AC1F-6F05-9CCB-E0A0-1F9F8F8922D0}"/>
                </a:ext>
              </a:extLst>
            </p:cNvPr>
            <p:cNvSpPr/>
            <p:nvPr/>
          </p:nvSpPr>
          <p:spPr>
            <a:xfrm>
              <a:off x="1621701" y="3050456"/>
              <a:ext cx="500433" cy="3146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BF7FD67-3B7B-9529-27C5-7A20F40B37CF}"/>
                </a:ext>
              </a:extLst>
            </p:cNvPr>
            <p:cNvSpPr/>
            <p:nvPr/>
          </p:nvSpPr>
          <p:spPr>
            <a:xfrm>
              <a:off x="3052298" y="3065204"/>
              <a:ext cx="500433" cy="3146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A7FA556-9712-231C-EB6D-7FC36D32BA0F}"/>
                </a:ext>
              </a:extLst>
            </p:cNvPr>
            <p:cNvSpPr/>
            <p:nvPr/>
          </p:nvSpPr>
          <p:spPr>
            <a:xfrm>
              <a:off x="3833962" y="3168438"/>
              <a:ext cx="500433" cy="3146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A2EEBE6-AE19-05C7-0CEA-EE32EF1CB000}"/>
                </a:ext>
              </a:extLst>
            </p:cNvPr>
            <p:cNvSpPr/>
            <p:nvPr/>
          </p:nvSpPr>
          <p:spPr>
            <a:xfrm>
              <a:off x="4310827" y="2966882"/>
              <a:ext cx="500433" cy="3146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44" name="Straight Connector 26">
              <a:extLst>
                <a:ext uri="{FF2B5EF4-FFF2-40B4-BE49-F238E27FC236}">
                  <a16:creationId xmlns:a16="http://schemas.microsoft.com/office/drawing/2014/main" id="{C7EE2F2C-F5F8-295E-C909-A316C48C8BF9}"/>
                </a:ext>
              </a:extLst>
            </p:cNvPr>
            <p:cNvCxnSpPr>
              <a:cxnSpLocks/>
              <a:stCxn id="37" idx="2"/>
              <a:endCxn id="24" idx="0"/>
            </p:cNvCxnSpPr>
            <p:nvPr/>
          </p:nvCxnSpPr>
          <p:spPr>
            <a:xfrm rot="16200000" flipH="1">
              <a:off x="4538547" y="3028701"/>
              <a:ext cx="551575" cy="1460311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C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26">
              <a:extLst>
                <a:ext uri="{FF2B5EF4-FFF2-40B4-BE49-F238E27FC236}">
                  <a16:creationId xmlns:a16="http://schemas.microsoft.com/office/drawing/2014/main" id="{81BEF746-6F30-2112-04E9-9E4FDA857EE5}"/>
                </a:ext>
              </a:extLst>
            </p:cNvPr>
            <p:cNvCxnSpPr>
              <a:cxnSpLocks/>
              <a:stCxn id="38" idx="2"/>
              <a:endCxn id="25" idx="0"/>
            </p:cNvCxnSpPr>
            <p:nvPr/>
          </p:nvCxnSpPr>
          <p:spPr>
            <a:xfrm rot="16200000" flipH="1">
              <a:off x="5659343" y="2183215"/>
              <a:ext cx="753131" cy="2949728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C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1E28F59-79D7-0651-C97A-6EB01BD616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60507" b="90678"/>
            <a:stretch/>
          </p:blipFill>
          <p:spPr>
            <a:xfrm>
              <a:off x="1617078" y="2258960"/>
              <a:ext cx="8957843" cy="12388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0859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DE2112CD-3E5F-382F-32B8-EE0553C583AA}"/>
              </a:ext>
            </a:extLst>
          </p:cNvPr>
          <p:cNvGrpSpPr/>
          <p:nvPr/>
        </p:nvGrpSpPr>
        <p:grpSpPr>
          <a:xfrm>
            <a:off x="2496000" y="1394613"/>
            <a:ext cx="7200000" cy="3546847"/>
            <a:chOff x="2496000" y="1394613"/>
            <a:chExt cx="7200000" cy="354684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1E28F59-79D7-0651-C97A-6EB01BD616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25" t="9617" r="45865" b="51726"/>
            <a:stretch/>
          </p:blipFill>
          <p:spPr>
            <a:xfrm>
              <a:off x="2496000" y="1916539"/>
              <a:ext cx="7200000" cy="3024921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72A59B5-1E0E-07B4-3337-367F5271FB3A}"/>
                </a:ext>
              </a:extLst>
            </p:cNvPr>
            <p:cNvSpPr txBox="1"/>
            <p:nvPr/>
          </p:nvSpPr>
          <p:spPr>
            <a:xfrm>
              <a:off x="2787115" y="2791207"/>
              <a:ext cx="1745556" cy="400110"/>
            </a:xfrm>
            <a:prstGeom prst="rect">
              <a:avLst/>
            </a:prstGeom>
            <a:solidFill>
              <a:srgbClr val="FFEB99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Save R script</a:t>
              </a:r>
              <a:endParaRPr lang="en-GB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cxnSp>
          <p:nvCxnSpPr>
            <p:cNvPr id="3" name="Straight Connector 26">
              <a:extLst>
                <a:ext uri="{FF2B5EF4-FFF2-40B4-BE49-F238E27FC236}">
                  <a16:creationId xmlns:a16="http://schemas.microsoft.com/office/drawing/2014/main" id="{82032C55-18A0-1B0E-85EB-7C84CD315BA2}"/>
                </a:ext>
              </a:extLst>
            </p:cNvPr>
            <p:cNvCxnSpPr>
              <a:cxnSpLocks/>
              <a:endCxn id="2" idx="0"/>
            </p:cNvCxnSpPr>
            <p:nvPr/>
          </p:nvCxnSpPr>
          <p:spPr>
            <a:xfrm>
              <a:off x="3659893" y="2506473"/>
              <a:ext cx="0" cy="284734"/>
            </a:xfrm>
            <a:prstGeom prst="straightConnector1">
              <a:avLst/>
            </a:prstGeom>
            <a:ln w="38100">
              <a:solidFill>
                <a:srgbClr val="FFC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A63E689-83F7-6EC1-A9F1-668627BC0C42}"/>
                </a:ext>
              </a:extLst>
            </p:cNvPr>
            <p:cNvSpPr txBox="1"/>
            <p:nvPr/>
          </p:nvSpPr>
          <p:spPr>
            <a:xfrm>
              <a:off x="4050563" y="1394613"/>
              <a:ext cx="2163426" cy="400110"/>
            </a:xfrm>
            <a:prstGeom prst="rect">
              <a:avLst/>
            </a:prstGeom>
            <a:solidFill>
              <a:srgbClr val="FFCD00">
                <a:alpha val="40000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Find and Replace</a:t>
              </a:r>
              <a:endParaRPr lang="en-GB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66BAE99-112B-6526-1DD4-11CA3DE4DDD1}"/>
                </a:ext>
              </a:extLst>
            </p:cNvPr>
            <p:cNvSpPr txBox="1"/>
            <p:nvPr/>
          </p:nvSpPr>
          <p:spPr>
            <a:xfrm>
              <a:off x="6680689" y="2784269"/>
              <a:ext cx="2163426" cy="707886"/>
            </a:xfrm>
            <a:prstGeom prst="rect">
              <a:avLst/>
            </a:prstGeom>
            <a:solidFill>
              <a:srgbClr val="FFCD00">
                <a:alpha val="40000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Run the current line or selection</a:t>
              </a:r>
              <a:endParaRPr lang="en-GB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cxnSp>
          <p:nvCxnSpPr>
            <p:cNvPr id="11" name="Straight Connector 26">
              <a:extLst>
                <a:ext uri="{FF2B5EF4-FFF2-40B4-BE49-F238E27FC236}">
                  <a16:creationId xmlns:a16="http://schemas.microsoft.com/office/drawing/2014/main" id="{CAC28433-389F-94BD-372A-F60DC1105CCE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 flipV="1">
              <a:off x="5132276" y="1794723"/>
              <a:ext cx="0" cy="468000"/>
            </a:xfrm>
            <a:prstGeom prst="straightConnector1">
              <a:avLst/>
            </a:prstGeom>
            <a:ln w="38100">
              <a:solidFill>
                <a:srgbClr val="FFC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26">
              <a:extLst>
                <a:ext uri="{FF2B5EF4-FFF2-40B4-BE49-F238E27FC236}">
                  <a16:creationId xmlns:a16="http://schemas.microsoft.com/office/drawing/2014/main" id="{55EA245E-C96D-6189-A944-3246E5BAE038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7762402" y="2481693"/>
              <a:ext cx="0" cy="302576"/>
            </a:xfrm>
            <a:prstGeom prst="straightConnector1">
              <a:avLst/>
            </a:prstGeom>
            <a:ln w="38100">
              <a:solidFill>
                <a:srgbClr val="FFC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2044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E28F59-79D7-0651-C97A-6EB01BD616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685" r="45952"/>
          <a:stretch/>
        </p:blipFill>
        <p:spPr>
          <a:xfrm>
            <a:off x="2756963" y="1629000"/>
            <a:ext cx="7200000" cy="408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98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132FCF52-6E74-4B4E-2572-B87E03EE2432}"/>
              </a:ext>
            </a:extLst>
          </p:cNvPr>
          <p:cNvGrpSpPr/>
          <p:nvPr/>
        </p:nvGrpSpPr>
        <p:grpSpPr>
          <a:xfrm>
            <a:off x="1029600" y="1113110"/>
            <a:ext cx="9523200" cy="4530913"/>
            <a:chOff x="1029600" y="1113110"/>
            <a:chExt cx="9523200" cy="453091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1E28F59-79D7-0651-C97A-6EB01BD616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3875" t="9616" b="56136"/>
            <a:stretch/>
          </p:blipFill>
          <p:spPr>
            <a:xfrm>
              <a:off x="3352800" y="2511837"/>
              <a:ext cx="7200000" cy="3132186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0A1343E-693B-6743-E966-36CC2BA75CC1}"/>
                </a:ext>
              </a:extLst>
            </p:cNvPr>
            <p:cNvSpPr txBox="1"/>
            <p:nvPr/>
          </p:nvSpPr>
          <p:spPr>
            <a:xfrm>
              <a:off x="1029600" y="2859620"/>
              <a:ext cx="2163426" cy="400110"/>
            </a:xfrm>
            <a:prstGeom prst="rect">
              <a:avLst/>
            </a:prstGeom>
            <a:solidFill>
              <a:srgbClr val="FFCD00">
                <a:alpha val="40000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Load workspace</a:t>
              </a:r>
              <a:endParaRPr lang="en-GB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cxnSp>
          <p:nvCxnSpPr>
            <p:cNvPr id="3" name="Straight Connector 26">
              <a:extLst>
                <a:ext uri="{FF2B5EF4-FFF2-40B4-BE49-F238E27FC236}">
                  <a16:creationId xmlns:a16="http://schemas.microsoft.com/office/drawing/2014/main" id="{7B8A3679-16A8-8C8D-CA54-3AF514B3F14D}"/>
                </a:ext>
              </a:extLst>
            </p:cNvPr>
            <p:cNvCxnSpPr>
              <a:cxnSpLocks/>
              <a:endCxn id="2" idx="3"/>
            </p:cNvCxnSpPr>
            <p:nvPr/>
          </p:nvCxnSpPr>
          <p:spPr>
            <a:xfrm flipH="1">
              <a:off x="3193026" y="3059675"/>
              <a:ext cx="319549" cy="0"/>
            </a:xfrm>
            <a:prstGeom prst="straightConnector1">
              <a:avLst/>
            </a:prstGeom>
            <a:ln w="38100">
              <a:solidFill>
                <a:srgbClr val="FFC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58E2AFB-DC19-62FA-1FC2-11102110C197}"/>
                </a:ext>
              </a:extLst>
            </p:cNvPr>
            <p:cNvSpPr/>
            <p:nvPr/>
          </p:nvSpPr>
          <p:spPr>
            <a:xfrm>
              <a:off x="3480618" y="2907620"/>
              <a:ext cx="353962" cy="5195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0A7FC3A-C745-E83A-3E3B-14A4FA081478}"/>
                </a:ext>
              </a:extLst>
            </p:cNvPr>
            <p:cNvSpPr/>
            <p:nvPr/>
          </p:nvSpPr>
          <p:spPr>
            <a:xfrm>
              <a:off x="3800167" y="2912536"/>
              <a:ext cx="353962" cy="5195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BFF45CF-7BC2-D107-D0E6-30C8793332D6}"/>
                </a:ext>
              </a:extLst>
            </p:cNvPr>
            <p:cNvSpPr txBox="1"/>
            <p:nvPr/>
          </p:nvSpPr>
          <p:spPr>
            <a:xfrm>
              <a:off x="2885603" y="3665345"/>
              <a:ext cx="2163426" cy="400110"/>
            </a:xfrm>
            <a:prstGeom prst="rect">
              <a:avLst/>
            </a:prstGeom>
            <a:solidFill>
              <a:srgbClr val="FFCD00">
                <a:alpha val="40000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Save workspace</a:t>
              </a:r>
              <a:endParaRPr lang="en-GB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cxnSp>
          <p:nvCxnSpPr>
            <p:cNvPr id="11" name="Straight Connector 26">
              <a:extLst>
                <a:ext uri="{FF2B5EF4-FFF2-40B4-BE49-F238E27FC236}">
                  <a16:creationId xmlns:a16="http://schemas.microsoft.com/office/drawing/2014/main" id="{0AE842D8-8BF3-73B4-CA22-E0E3B5C66B28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H="1" flipV="1">
              <a:off x="3962400" y="3175820"/>
              <a:ext cx="0" cy="489525"/>
            </a:xfrm>
            <a:prstGeom prst="straightConnector1">
              <a:avLst/>
            </a:prstGeom>
            <a:ln w="38100">
              <a:solidFill>
                <a:srgbClr val="FFC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D78E98-EBD2-A1D0-5035-528DF8DD6374}"/>
                </a:ext>
              </a:extLst>
            </p:cNvPr>
            <p:cNvSpPr txBox="1"/>
            <p:nvPr/>
          </p:nvSpPr>
          <p:spPr>
            <a:xfrm>
              <a:off x="4085303" y="4273965"/>
              <a:ext cx="2163426" cy="400110"/>
            </a:xfrm>
            <a:prstGeom prst="rect">
              <a:avLst/>
            </a:prstGeom>
            <a:solidFill>
              <a:srgbClr val="FFCD00">
                <a:alpha val="40000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Import a dataset</a:t>
              </a:r>
              <a:endParaRPr lang="en-GB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cxnSp>
          <p:nvCxnSpPr>
            <p:cNvPr id="16" name="Straight Connector 26">
              <a:extLst>
                <a:ext uri="{FF2B5EF4-FFF2-40B4-BE49-F238E27FC236}">
                  <a16:creationId xmlns:a16="http://schemas.microsoft.com/office/drawing/2014/main" id="{9EAA98E4-0C0C-9520-672C-5097C3E1AA4B}"/>
                </a:ext>
              </a:extLst>
            </p:cNvPr>
            <p:cNvCxnSpPr>
              <a:cxnSpLocks/>
              <a:stCxn id="15" idx="0"/>
            </p:cNvCxnSpPr>
            <p:nvPr/>
          </p:nvCxnSpPr>
          <p:spPr>
            <a:xfrm flipV="1">
              <a:off x="5167016" y="3146705"/>
              <a:ext cx="0" cy="1116000"/>
            </a:xfrm>
            <a:prstGeom prst="straightConnector1">
              <a:avLst/>
            </a:prstGeom>
            <a:ln w="38100">
              <a:solidFill>
                <a:srgbClr val="FFC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8713FF7-388A-47BF-B822-145357865F85}"/>
                </a:ext>
              </a:extLst>
            </p:cNvPr>
            <p:cNvSpPr txBox="1"/>
            <p:nvPr/>
          </p:nvSpPr>
          <p:spPr>
            <a:xfrm>
              <a:off x="5835776" y="3457927"/>
              <a:ext cx="2625212" cy="707886"/>
            </a:xfrm>
            <a:prstGeom prst="rect">
              <a:avLst/>
            </a:prstGeom>
            <a:solidFill>
              <a:srgbClr val="FFEB99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Clear objects from the workspace</a:t>
              </a:r>
              <a:endParaRPr lang="en-GB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cxnSp>
          <p:nvCxnSpPr>
            <p:cNvPr id="20" name="Straight Connector 26">
              <a:extLst>
                <a:ext uri="{FF2B5EF4-FFF2-40B4-BE49-F238E27FC236}">
                  <a16:creationId xmlns:a16="http://schemas.microsoft.com/office/drawing/2014/main" id="{F6B573E7-4538-287A-B3BA-FE0B2D66C068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7148382" y="3166369"/>
              <a:ext cx="0" cy="291558"/>
            </a:xfrm>
            <a:prstGeom prst="straightConnector1">
              <a:avLst/>
            </a:prstGeom>
            <a:ln w="38100">
              <a:solidFill>
                <a:srgbClr val="FFC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BF9F8A5-E065-474D-B24D-276010E356D2}"/>
                </a:ext>
              </a:extLst>
            </p:cNvPr>
            <p:cNvSpPr txBox="1"/>
            <p:nvPr/>
          </p:nvSpPr>
          <p:spPr>
            <a:xfrm>
              <a:off x="4341352" y="1113110"/>
              <a:ext cx="3106829" cy="1015663"/>
            </a:xfrm>
            <a:prstGeom prst="rect">
              <a:avLst/>
            </a:prstGeom>
            <a:solidFill>
              <a:srgbClr val="C00A35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u="sng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History</a:t>
              </a:r>
            </a:p>
            <a:p>
              <a:pPr algn="ctr"/>
              <a:r>
                <a:rPr lang="en-US" sz="20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View the code that has already been executed</a:t>
              </a:r>
              <a:endParaRPr lang="en-GB" sz="2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26" name="Straight Connector 26">
              <a:extLst>
                <a:ext uri="{FF2B5EF4-FFF2-40B4-BE49-F238E27FC236}">
                  <a16:creationId xmlns:a16="http://schemas.microsoft.com/office/drawing/2014/main" id="{27E7B2D8-11FE-CC9F-9156-DB9CB4151F9A}"/>
                </a:ext>
              </a:extLst>
            </p:cNvPr>
            <p:cNvCxnSpPr>
              <a:cxnSpLocks/>
              <a:stCxn id="44" idx="0"/>
              <a:endCxn id="25" idx="2"/>
            </p:cNvCxnSpPr>
            <p:nvPr/>
          </p:nvCxnSpPr>
          <p:spPr>
            <a:xfrm rot="5400000" flipH="1" flipV="1">
              <a:off x="5194898" y="1891895"/>
              <a:ext cx="462991" cy="936748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C00A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3515C4F-759E-D61C-3F10-D6C116336498}"/>
                </a:ext>
              </a:extLst>
            </p:cNvPr>
            <p:cNvSpPr txBox="1"/>
            <p:nvPr/>
          </p:nvSpPr>
          <p:spPr>
            <a:xfrm>
              <a:off x="1332188" y="1113301"/>
              <a:ext cx="2821941" cy="1015663"/>
            </a:xfrm>
            <a:prstGeom prst="rect">
              <a:avLst/>
            </a:prstGeom>
            <a:solidFill>
              <a:srgbClr val="C00A35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u="sng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Environment</a:t>
              </a:r>
            </a:p>
            <a:p>
              <a:pPr algn="ctr"/>
              <a:r>
                <a:rPr lang="en-US" sz="20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View R objects that have been created</a:t>
              </a:r>
              <a:endParaRPr lang="en-GB" sz="2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36" name="Straight Connector 26">
              <a:extLst>
                <a:ext uri="{FF2B5EF4-FFF2-40B4-BE49-F238E27FC236}">
                  <a16:creationId xmlns:a16="http://schemas.microsoft.com/office/drawing/2014/main" id="{77FB8C0E-818A-4C76-A6AA-645124C20D75}"/>
                </a:ext>
              </a:extLst>
            </p:cNvPr>
            <p:cNvCxnSpPr>
              <a:cxnSpLocks/>
              <a:stCxn id="40" idx="0"/>
              <a:endCxn id="31" idx="2"/>
            </p:cNvCxnSpPr>
            <p:nvPr/>
          </p:nvCxnSpPr>
          <p:spPr>
            <a:xfrm rot="16200000" flipV="1">
              <a:off x="3166907" y="1705216"/>
              <a:ext cx="428384" cy="1275880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C00A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524737D-DB6D-CE89-1A31-93303BA70D63}"/>
                </a:ext>
              </a:extLst>
            </p:cNvPr>
            <p:cNvSpPr/>
            <p:nvPr/>
          </p:nvSpPr>
          <p:spPr>
            <a:xfrm>
              <a:off x="3466037" y="2557348"/>
              <a:ext cx="1106004" cy="4993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E52AC25-B316-BB0E-ED5C-CD4B17D0342B}"/>
                </a:ext>
              </a:extLst>
            </p:cNvPr>
            <p:cNvSpPr/>
            <p:nvPr/>
          </p:nvSpPr>
          <p:spPr>
            <a:xfrm>
              <a:off x="4405017" y="2591764"/>
              <a:ext cx="1106004" cy="4993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121224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CF8C3754-9622-6D78-5D0B-6CF4E43384CB}"/>
              </a:ext>
            </a:extLst>
          </p:cNvPr>
          <p:cNvGrpSpPr/>
          <p:nvPr/>
        </p:nvGrpSpPr>
        <p:grpSpPr>
          <a:xfrm>
            <a:off x="634097" y="112059"/>
            <a:ext cx="11280387" cy="6650584"/>
            <a:chOff x="634097" y="112059"/>
            <a:chExt cx="11280387" cy="6650584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20CA273-3E28-E94E-F16D-4E07CCF343F1}"/>
                </a:ext>
              </a:extLst>
            </p:cNvPr>
            <p:cNvGrpSpPr/>
            <p:nvPr/>
          </p:nvGrpSpPr>
          <p:grpSpPr>
            <a:xfrm>
              <a:off x="634097" y="112059"/>
              <a:ext cx="11280387" cy="1015663"/>
              <a:chOff x="634097" y="112059"/>
              <a:chExt cx="11280387" cy="1015663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0C1D7E9-5B02-6E3B-4F68-1B870A8070C4}"/>
                  </a:ext>
                </a:extLst>
              </p:cNvPr>
              <p:cNvSpPr txBox="1"/>
              <p:nvPr/>
            </p:nvSpPr>
            <p:spPr>
              <a:xfrm>
                <a:off x="634097" y="112059"/>
                <a:ext cx="1861903" cy="1015663"/>
              </a:xfrm>
              <a:prstGeom prst="rect">
                <a:avLst/>
              </a:prstGeom>
              <a:solidFill>
                <a:srgbClr val="C00A35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Files</a:t>
                </a:r>
              </a:p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Manage and explore files</a:t>
                </a:r>
                <a:endParaRPr lang="en-GB" sz="20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1B27E1-9111-DF1E-6ECA-0D7986B9E73E}"/>
                  </a:ext>
                </a:extLst>
              </p:cNvPr>
              <p:cNvSpPr txBox="1"/>
              <p:nvPr/>
            </p:nvSpPr>
            <p:spPr>
              <a:xfrm>
                <a:off x="2650543" y="112059"/>
                <a:ext cx="1861903" cy="707886"/>
              </a:xfrm>
              <a:prstGeom prst="rect">
                <a:avLst/>
              </a:prstGeom>
              <a:solidFill>
                <a:srgbClr val="C00A35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Plots</a:t>
                </a:r>
              </a:p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View plots</a:t>
                </a:r>
                <a:endParaRPr lang="en-GB" sz="20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9B6A38-6199-0077-0507-3EB8D3188C9C}"/>
                  </a:ext>
                </a:extLst>
              </p:cNvPr>
              <p:cNvSpPr txBox="1"/>
              <p:nvPr/>
            </p:nvSpPr>
            <p:spPr>
              <a:xfrm>
                <a:off x="4666989" y="112059"/>
                <a:ext cx="3249645" cy="1015663"/>
              </a:xfrm>
              <a:prstGeom prst="rect">
                <a:avLst/>
              </a:prstGeom>
              <a:solidFill>
                <a:srgbClr val="C00A35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Packages</a:t>
                </a:r>
              </a:p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Install, update, load, and unload R packages</a:t>
                </a:r>
                <a:endParaRPr lang="en-GB" sz="20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555B-B3C5-E7FF-0CAD-C2D0779F1ABC}"/>
                  </a:ext>
                </a:extLst>
              </p:cNvPr>
              <p:cNvSpPr txBox="1"/>
              <p:nvPr/>
            </p:nvSpPr>
            <p:spPr>
              <a:xfrm>
                <a:off x="8071177" y="112059"/>
                <a:ext cx="3843307" cy="1015663"/>
              </a:xfrm>
              <a:prstGeom prst="rect">
                <a:avLst/>
              </a:prstGeom>
              <a:solidFill>
                <a:srgbClr val="C00A35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Help</a:t>
                </a:r>
              </a:p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Access package documentation and vignettes</a:t>
                </a:r>
                <a:endParaRPr lang="en-GB" sz="20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cxnSp>
          <p:nvCxnSpPr>
            <p:cNvPr id="7" name="Straight Connector 26">
              <a:extLst>
                <a:ext uri="{FF2B5EF4-FFF2-40B4-BE49-F238E27FC236}">
                  <a16:creationId xmlns:a16="http://schemas.microsoft.com/office/drawing/2014/main" id="{8B1C1275-8828-A69A-1C5F-407545CE9CD4}"/>
                </a:ext>
              </a:extLst>
            </p:cNvPr>
            <p:cNvCxnSpPr>
              <a:cxnSpLocks/>
              <a:stCxn id="8" idx="0"/>
              <a:endCxn id="2" idx="2"/>
            </p:cNvCxnSpPr>
            <p:nvPr/>
          </p:nvCxnSpPr>
          <p:spPr>
            <a:xfrm rot="16200000" flipV="1">
              <a:off x="2108691" y="584081"/>
              <a:ext cx="484773" cy="1572055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C00A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AA1467-0033-4881-D01B-DFA9DA3BD3DE}"/>
                </a:ext>
              </a:extLst>
            </p:cNvPr>
            <p:cNvSpPr txBox="1"/>
            <p:nvPr/>
          </p:nvSpPr>
          <p:spPr>
            <a:xfrm>
              <a:off x="667491" y="3378851"/>
              <a:ext cx="1779808" cy="1631216"/>
            </a:xfrm>
            <a:prstGeom prst="rect">
              <a:avLst/>
            </a:prstGeom>
            <a:solidFill>
              <a:srgbClr val="FFEB99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Load and unload an R package by (un)checking a box</a:t>
              </a:r>
              <a:endParaRPr lang="en-GB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cxnSp>
          <p:nvCxnSpPr>
            <p:cNvPr id="16" name="Straight Connector 26">
              <a:extLst>
                <a:ext uri="{FF2B5EF4-FFF2-40B4-BE49-F238E27FC236}">
                  <a16:creationId xmlns:a16="http://schemas.microsoft.com/office/drawing/2014/main" id="{4B37085E-73E6-9357-8D48-54BCDBB733D6}"/>
                </a:ext>
              </a:extLst>
            </p:cNvPr>
            <p:cNvCxnSpPr>
              <a:cxnSpLocks/>
              <a:stCxn id="13" idx="0"/>
              <a:endCxn id="3" idx="2"/>
            </p:cNvCxnSpPr>
            <p:nvPr/>
          </p:nvCxnSpPr>
          <p:spPr>
            <a:xfrm rot="16200000" flipV="1">
              <a:off x="3242303" y="1159138"/>
              <a:ext cx="802377" cy="123992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C00A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26">
              <a:extLst>
                <a:ext uri="{FF2B5EF4-FFF2-40B4-BE49-F238E27FC236}">
                  <a16:creationId xmlns:a16="http://schemas.microsoft.com/office/drawing/2014/main" id="{4B53C70C-4768-AA96-0FC5-3A1D90442501}"/>
                </a:ext>
              </a:extLst>
            </p:cNvPr>
            <p:cNvCxnSpPr>
              <a:cxnSpLocks/>
              <a:stCxn id="14" idx="0"/>
              <a:endCxn id="4" idx="2"/>
            </p:cNvCxnSpPr>
            <p:nvPr/>
          </p:nvCxnSpPr>
          <p:spPr>
            <a:xfrm rot="5400000" flipH="1" flipV="1">
              <a:off x="5124976" y="460403"/>
              <a:ext cx="499516" cy="1834155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C00A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6">
              <a:extLst>
                <a:ext uri="{FF2B5EF4-FFF2-40B4-BE49-F238E27FC236}">
                  <a16:creationId xmlns:a16="http://schemas.microsoft.com/office/drawing/2014/main" id="{BBBCAF71-A79B-0784-0FBB-DD9BD6B40044}"/>
                </a:ext>
              </a:extLst>
            </p:cNvPr>
            <p:cNvCxnSpPr>
              <a:cxnSpLocks/>
              <a:stCxn id="15" idx="0"/>
              <a:endCxn id="6" idx="2"/>
            </p:cNvCxnSpPr>
            <p:nvPr/>
          </p:nvCxnSpPr>
          <p:spPr>
            <a:xfrm rot="5400000" flipH="1" flipV="1">
              <a:off x="7221293" y="-952571"/>
              <a:ext cx="691245" cy="4851832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C00A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A93E935-DC75-833B-56B7-F9A22E63FF2D}"/>
                </a:ext>
              </a:extLst>
            </p:cNvPr>
            <p:cNvGrpSpPr/>
            <p:nvPr/>
          </p:nvGrpSpPr>
          <p:grpSpPr>
            <a:xfrm>
              <a:off x="2583209" y="1550524"/>
              <a:ext cx="7382163" cy="5212119"/>
              <a:chOff x="2313837" y="1550524"/>
              <a:chExt cx="7382163" cy="521211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0BAEA97-79A6-6C67-6832-6DC566075556}"/>
                  </a:ext>
                </a:extLst>
              </p:cNvPr>
              <p:cNvSpPr/>
              <p:nvPr/>
            </p:nvSpPr>
            <p:spPr>
              <a:xfrm>
                <a:off x="2313837" y="1612495"/>
                <a:ext cx="1107789" cy="45228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3699FD9-F121-50DA-04A8-EF5F3F835682}"/>
                  </a:ext>
                </a:extLst>
              </p:cNvPr>
              <p:cNvSpPr/>
              <p:nvPr/>
            </p:nvSpPr>
            <p:spPr>
              <a:xfrm>
                <a:off x="2882220" y="1622322"/>
                <a:ext cx="1107789" cy="30479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AB4E83C-5432-C57E-7022-CDB79481CB46}"/>
                  </a:ext>
                </a:extLst>
              </p:cNvPr>
              <p:cNvSpPr/>
              <p:nvPr/>
            </p:nvSpPr>
            <p:spPr>
              <a:xfrm>
                <a:off x="3634390" y="1627238"/>
                <a:ext cx="1107789" cy="30479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4B27F78-2A16-B070-09AF-A36AFDC06883}"/>
                  </a:ext>
                </a:extLst>
              </p:cNvPr>
              <p:cNvSpPr/>
              <p:nvPr/>
            </p:nvSpPr>
            <p:spPr>
              <a:xfrm>
                <a:off x="4317732" y="1818967"/>
                <a:ext cx="1107789" cy="30479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21E28F59-79D7-0651-C97A-6EB01BD6165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53962" t="42834" b="282"/>
              <a:stretch/>
            </p:blipFill>
            <p:spPr>
              <a:xfrm>
                <a:off x="2496000" y="1550524"/>
                <a:ext cx="7200000" cy="5212119"/>
              </a:xfrm>
              <a:prstGeom prst="rect">
                <a:avLst/>
              </a:prstGeom>
            </p:spPr>
          </p:pic>
        </p:grpSp>
        <p:cxnSp>
          <p:nvCxnSpPr>
            <p:cNvPr id="28" name="Straight Connector 26">
              <a:extLst>
                <a:ext uri="{FF2B5EF4-FFF2-40B4-BE49-F238E27FC236}">
                  <a16:creationId xmlns:a16="http://schemas.microsoft.com/office/drawing/2014/main" id="{23118E10-A20D-B07E-2EED-8B670F803E09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flipH="1">
              <a:off x="2447299" y="4194459"/>
              <a:ext cx="463049" cy="0"/>
            </a:xfrm>
            <a:prstGeom prst="straightConnector1">
              <a:avLst/>
            </a:prstGeom>
            <a:ln w="38100">
              <a:solidFill>
                <a:srgbClr val="FFC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4910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Open Sans</vt:lpstr>
      <vt:lpstr>Open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Utrecht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Delory, B.M.M. (Benjamin)</dc:creator>
  <cp:lastModifiedBy>Delory, B.M.M. (Benjamin)</cp:lastModifiedBy>
  <cp:revision>1</cp:revision>
  <dcterms:created xsi:type="dcterms:W3CDTF">2026-01-02T08:55:55Z</dcterms:created>
  <dcterms:modified xsi:type="dcterms:W3CDTF">2026-01-02T10:40:29Z</dcterms:modified>
</cp:coreProperties>
</file>